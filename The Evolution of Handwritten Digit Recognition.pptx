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0" r:id="rId3"/>
    <p:sldId id="261" r:id="rId4"/>
    <p:sldId id="262" r:id="rId5"/>
    <p:sldId id="265" r:id="rId6"/>
    <p:sldId id="266" r:id="rId7"/>
    <p:sldId id="267" r:id="rId8"/>
    <p:sldId id="268" r:id="rId9"/>
    <p:sldId id="270" r:id="rId10"/>
    <p:sldId id="269" r:id="rId11"/>
    <p:sldId id="271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78" y="1445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r man" userId="5df8f941c66563e5" providerId="LiveId" clId="{D5483A8E-E20A-42B3-8710-4AD02E0C56EE}"/>
    <pc:docChg chg="undo custSel addSld delSld modSld sldOrd">
      <pc:chgData name="deer man" userId="5df8f941c66563e5" providerId="LiveId" clId="{D5483A8E-E20A-42B3-8710-4AD02E0C56EE}" dt="2026-10-09T19:31:16.637" v="1132" actId="1076"/>
      <pc:docMkLst>
        <pc:docMk/>
      </pc:docMkLst>
      <pc:sldChg chg="addSp delSp modSp new add del mod">
        <pc:chgData name="deer man" userId="5df8f941c66563e5" providerId="LiveId" clId="{D5483A8E-E20A-42B3-8710-4AD02E0C56EE}" dt="2026-10-09T16:10:37.440" v="101" actId="47"/>
        <pc:sldMkLst>
          <pc:docMk/>
          <pc:sldMk cId="3839667237" sldId="256"/>
        </pc:sldMkLst>
        <pc:spChg chg="mod">
          <ac:chgData name="deer man" userId="5df8f941c66563e5" providerId="LiveId" clId="{D5483A8E-E20A-42B3-8710-4AD02E0C56EE}" dt="2026-10-09T16:02:06.467" v="46" actId="21"/>
          <ac:spMkLst>
            <pc:docMk/>
            <pc:sldMk cId="3839667237" sldId="256"/>
            <ac:spMk id="2" creationId="{E265177A-B06C-2CB0-F36C-7C0A8C1C155D}"/>
          </ac:spMkLst>
        </pc:spChg>
        <pc:spChg chg="del mod">
          <ac:chgData name="deer man" userId="5df8f941c66563e5" providerId="LiveId" clId="{D5483A8E-E20A-42B3-8710-4AD02E0C56EE}" dt="2026-10-09T15:59:20.244" v="43" actId="478"/>
          <ac:spMkLst>
            <pc:docMk/>
            <pc:sldMk cId="3839667237" sldId="256"/>
            <ac:spMk id="3" creationId="{63AE8F13-4CAC-5A48-8E25-2F854DE28057}"/>
          </ac:spMkLst>
        </pc:spChg>
        <pc:spChg chg="add del mod">
          <ac:chgData name="deer man" userId="5df8f941c66563e5" providerId="LiveId" clId="{D5483A8E-E20A-42B3-8710-4AD02E0C56EE}" dt="2026-10-09T15:56:38.058" v="9" actId="478"/>
          <ac:spMkLst>
            <pc:docMk/>
            <pc:sldMk cId="3839667237" sldId="256"/>
            <ac:spMk id="4" creationId="{A9EE23D4-723A-F5F4-5134-9FDF8D6A3947}"/>
          </ac:spMkLst>
        </pc:spChg>
        <pc:spChg chg="add del mod">
          <ac:chgData name="deer man" userId="5df8f941c66563e5" providerId="LiveId" clId="{D5483A8E-E20A-42B3-8710-4AD02E0C56EE}" dt="2026-10-09T16:08:51.178" v="98" actId="14100"/>
          <ac:spMkLst>
            <pc:docMk/>
            <pc:sldMk cId="3839667237" sldId="256"/>
            <ac:spMk id="8" creationId="{7223EEE8-AFE7-D3D8-D3EE-14D689C24B82}"/>
          </ac:spMkLst>
        </pc:spChg>
        <pc:spChg chg="add del mod">
          <ac:chgData name="deer man" userId="5df8f941c66563e5" providerId="LiveId" clId="{D5483A8E-E20A-42B3-8710-4AD02E0C56EE}" dt="2026-10-09T16:08:49.687" v="91" actId="11529"/>
          <ac:spMkLst>
            <pc:docMk/>
            <pc:sldMk cId="3839667237" sldId="256"/>
            <ac:spMk id="11" creationId="{DAEE184D-36D1-8E66-B3BD-4CEC7EEAEB7B}"/>
          </ac:spMkLst>
        </pc:spChg>
        <pc:spChg chg="add del mod">
          <ac:chgData name="deer man" userId="5df8f941c66563e5" providerId="LiveId" clId="{D5483A8E-E20A-42B3-8710-4AD02E0C56EE}" dt="2026-10-09T16:08:48.788" v="88"/>
          <ac:spMkLst>
            <pc:docMk/>
            <pc:sldMk cId="3839667237" sldId="256"/>
            <ac:spMk id="12" creationId="{7470A40A-93A4-C488-37BD-16E90D586D35}"/>
          </ac:spMkLst>
        </pc:spChg>
        <pc:spChg chg="mod">
          <ac:chgData name="deer man" userId="5df8f941c66563e5" providerId="LiveId" clId="{D5483A8E-E20A-42B3-8710-4AD02E0C56EE}" dt="2026-10-09T16:08:46.225" v="80"/>
          <ac:spMkLst>
            <pc:docMk/>
            <pc:sldMk cId="3839667237" sldId="256"/>
            <ac:spMk id="13" creationId="{BD58C6BE-02EE-A595-2BC2-3D0888D979A5}"/>
          </ac:spMkLst>
        </pc:spChg>
        <pc:picChg chg="add del mod">
          <ac:chgData name="deer man" userId="5df8f941c66563e5" providerId="LiveId" clId="{D5483A8E-E20A-42B3-8710-4AD02E0C56EE}" dt="2026-10-09T16:08:50.310" v="94" actId="478"/>
          <ac:picMkLst>
            <pc:docMk/>
            <pc:sldMk cId="3839667237" sldId="256"/>
            <ac:picMk id="6" creationId="{27523D8A-07F0-AB9E-D85D-5DD1B40700A9}"/>
          </ac:picMkLst>
        </pc:picChg>
        <pc:picChg chg="add del mod">
          <ac:chgData name="deer man" userId="5df8f941c66563e5" providerId="LiveId" clId="{D5483A8E-E20A-42B3-8710-4AD02E0C56EE}" dt="2026-10-09T16:08:49.891" v="92" actId="931"/>
          <ac:picMkLst>
            <pc:docMk/>
            <pc:sldMk cId="3839667237" sldId="256"/>
            <ac:picMk id="10" creationId="{07057A6C-DCD2-961A-C509-667059F375EA}"/>
          </ac:picMkLst>
        </pc:picChg>
      </pc:sldChg>
      <pc:sldChg chg="addSp delSp modSp new mod modTransition modClrScheme chgLayout">
        <pc:chgData name="deer man" userId="5df8f941c66563e5" providerId="LiveId" clId="{D5483A8E-E20A-42B3-8710-4AD02E0C56EE}" dt="2026-10-09T19:30:36.967" v="1129" actId="27636"/>
        <pc:sldMkLst>
          <pc:docMk/>
          <pc:sldMk cId="75609760" sldId="257"/>
        </pc:sldMkLst>
        <pc:spChg chg="del mod ord">
          <ac:chgData name="deer man" userId="5df8f941c66563e5" providerId="LiveId" clId="{D5483A8E-E20A-42B3-8710-4AD02E0C56EE}" dt="2026-10-09T16:10:48.830" v="102" actId="700"/>
          <ac:spMkLst>
            <pc:docMk/>
            <pc:sldMk cId="75609760" sldId="257"/>
            <ac:spMk id="2" creationId="{91A98A5B-EBC3-808F-A36E-81B548AF007D}"/>
          </ac:spMkLst>
        </pc:spChg>
        <pc:spChg chg="del mod ord">
          <ac:chgData name="deer man" userId="5df8f941c66563e5" providerId="LiveId" clId="{D5483A8E-E20A-42B3-8710-4AD02E0C56EE}" dt="2026-10-09T16:10:48.830" v="102" actId="700"/>
          <ac:spMkLst>
            <pc:docMk/>
            <pc:sldMk cId="75609760" sldId="257"/>
            <ac:spMk id="3" creationId="{1D41D364-5ED5-4350-6EEB-9A55569E6AD2}"/>
          </ac:spMkLst>
        </pc:spChg>
        <pc:spChg chg="add mod or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4" creationId="{9FA0C9CA-3108-2FEE-72C9-02122CD0097B}"/>
          </ac:spMkLst>
        </pc:spChg>
        <pc:spChg chg="add mod ord">
          <ac:chgData name="deer man" userId="5df8f941c66563e5" providerId="LiveId" clId="{D5483A8E-E20A-42B3-8710-4AD02E0C56EE}" dt="2026-10-09T19:30:36.967" v="1129" actId="27636"/>
          <ac:spMkLst>
            <pc:docMk/>
            <pc:sldMk cId="75609760" sldId="257"/>
            <ac:spMk id="5" creationId="{21A53D15-4DA0-960C-3830-64375AC7C854}"/>
          </ac:spMkLst>
        </pc:spChg>
        <pc:spChg chg="add mod ord">
          <ac:chgData name="deer man" userId="5df8f941c66563e5" providerId="LiveId" clId="{D5483A8E-E20A-42B3-8710-4AD02E0C56EE}" dt="2026-10-09T16:32:46.069" v="213" actId="166"/>
          <ac:spMkLst>
            <pc:docMk/>
            <pc:sldMk cId="75609760" sldId="257"/>
            <ac:spMk id="6" creationId="{D76E0AB2-A100-DF53-38F7-BC1462D3CFB6}"/>
          </ac:spMkLst>
        </pc:spChg>
        <pc:spChg chg="add mod ord">
          <ac:chgData name="deer man" userId="5df8f941c66563e5" providerId="LiveId" clId="{D5483A8E-E20A-42B3-8710-4AD02E0C56EE}" dt="2026-10-09T16:38:28.551" v="262" actId="166"/>
          <ac:spMkLst>
            <pc:docMk/>
            <pc:sldMk cId="75609760" sldId="257"/>
            <ac:spMk id="8" creationId="{7DC41374-D614-FECA-6C5F-20F23F7B0948}"/>
          </ac:spMkLst>
        </pc:spChg>
        <pc:spChg chg="add mo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9" creationId="{40B48C18-357D-BDC1-7A9D-9F7C41689C8D}"/>
          </ac:spMkLst>
        </pc:spChg>
        <pc:spChg chg="add del mod">
          <ac:chgData name="deer man" userId="5df8f941c66563e5" providerId="LiveId" clId="{D5483A8E-E20A-42B3-8710-4AD02E0C56EE}" dt="2026-10-09T16:32:26.931" v="208" actId="478"/>
          <ac:spMkLst>
            <pc:docMk/>
            <pc:sldMk cId="75609760" sldId="257"/>
            <ac:spMk id="11" creationId="{464134CD-5E18-4160-CB4B-7755D67A6064}"/>
          </ac:spMkLst>
        </pc:spChg>
        <pc:spChg chg="add mo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14" creationId="{7591E71D-2A15-2ECB-9CF0-6BB239392B67}"/>
          </ac:spMkLst>
        </pc:spChg>
        <pc:grpChg chg="add mod">
          <ac:chgData name="deer man" userId="5df8f941c66563e5" providerId="LiveId" clId="{D5483A8E-E20A-42B3-8710-4AD02E0C56EE}" dt="2026-10-09T16:29:01.694" v="201" actId="164"/>
          <ac:grpSpMkLst>
            <pc:docMk/>
            <pc:sldMk cId="75609760" sldId="257"/>
            <ac:grpSpMk id="12" creationId="{E1A1D8E1-5681-6392-9F9C-1CD815A33123}"/>
          </ac:grpSpMkLst>
        </pc:grpChg>
      </pc:sldChg>
      <pc:sldChg chg="addSp modSp new del mod modTransition">
        <pc:chgData name="deer man" userId="5df8f941c66563e5" providerId="LiveId" clId="{D5483A8E-E20A-42B3-8710-4AD02E0C56EE}" dt="2026-10-09T16:43:52.570" v="264" actId="47"/>
        <pc:sldMkLst>
          <pc:docMk/>
          <pc:sldMk cId="189246882" sldId="258"/>
        </pc:sldMkLst>
        <pc:spChg chg="mod">
          <ac:chgData name="deer man" userId="5df8f941c66563e5" providerId="LiveId" clId="{D5483A8E-E20A-42B3-8710-4AD02E0C56EE}" dt="2026-10-09T16:16:06.382" v="167"/>
          <ac:spMkLst>
            <pc:docMk/>
            <pc:sldMk cId="189246882" sldId="258"/>
            <ac:spMk id="2" creationId="{3F6B450E-88DF-6386-B106-72C1AB2C306C}"/>
          </ac:spMkLst>
        </pc:spChg>
        <pc:spChg chg="mod">
          <ac:chgData name="deer man" userId="5df8f941c66563e5" providerId="LiveId" clId="{D5483A8E-E20A-42B3-8710-4AD02E0C56EE}" dt="2026-10-09T16:17:48.521" v="181" actId="14100"/>
          <ac:spMkLst>
            <pc:docMk/>
            <pc:sldMk cId="189246882" sldId="258"/>
            <ac:spMk id="3" creationId="{FB394376-FBD0-6267-5344-32AA8C2E28FB}"/>
          </ac:spMkLst>
        </pc:spChg>
        <pc:spChg chg="add">
          <ac:chgData name="deer man" userId="5df8f941c66563e5" providerId="LiveId" clId="{D5483A8E-E20A-42B3-8710-4AD02E0C56EE}" dt="2026-10-09T16:24:56.823" v="191" actId="11529"/>
          <ac:spMkLst>
            <pc:docMk/>
            <pc:sldMk cId="189246882" sldId="258"/>
            <ac:spMk id="6" creationId="{C50094FD-3AD0-0ABA-44C3-87CDEFD78195}"/>
          </ac:spMkLst>
        </pc:spChg>
        <pc:spChg chg="add mod">
          <ac:chgData name="deer man" userId="5df8f941c66563e5" providerId="LiveId" clId="{D5483A8E-E20A-42B3-8710-4AD02E0C56EE}" dt="2026-10-09T16:25:11.753" v="193" actId="1076"/>
          <ac:spMkLst>
            <pc:docMk/>
            <pc:sldMk cId="189246882" sldId="258"/>
            <ac:spMk id="8" creationId="{67FCAD35-4CB2-7CE7-79EC-A4D48A31F058}"/>
          </ac:spMkLst>
        </pc:spChg>
        <pc:picChg chg="add mod modCrop">
          <ac:chgData name="deer man" userId="5df8f941c66563e5" providerId="LiveId" clId="{D5483A8E-E20A-42B3-8710-4AD02E0C56EE}" dt="2026-10-09T16:23:13.105" v="190" actId="732"/>
          <ac:picMkLst>
            <pc:docMk/>
            <pc:sldMk cId="189246882" sldId="258"/>
            <ac:picMk id="5" creationId="{00A066BD-4C77-E6CF-5275-D0284271FC99}"/>
          </ac:picMkLst>
        </pc:picChg>
      </pc:sldChg>
      <pc:sldChg chg="modSp add del mod">
        <pc:chgData name="deer man" userId="5df8f941c66563e5" providerId="LiveId" clId="{D5483A8E-E20A-42B3-8710-4AD02E0C56EE}" dt="2026-10-09T16:32:08.858" v="205" actId="2890"/>
        <pc:sldMkLst>
          <pc:docMk/>
          <pc:sldMk cId="373125156" sldId="259"/>
        </pc:sldMkLst>
        <pc:spChg chg="mod">
          <ac:chgData name="deer man" userId="5df8f941c66563e5" providerId="LiveId" clId="{D5483A8E-E20A-42B3-8710-4AD02E0C56EE}" dt="2026-10-09T16:32:07.542" v="204" actId="1076"/>
          <ac:spMkLst>
            <pc:docMk/>
            <pc:sldMk cId="373125156" sldId="259"/>
            <ac:spMk id="9" creationId="{C0D4DC5F-24A5-5D59-3312-AAB2AF499B8E}"/>
          </ac:spMkLst>
        </pc:spChg>
      </pc:sldChg>
      <pc:sldChg chg="addSp modSp add del mod">
        <pc:chgData name="deer man" userId="5df8f941c66563e5" providerId="LiveId" clId="{D5483A8E-E20A-42B3-8710-4AD02E0C56EE}" dt="2026-10-09T16:44:07.534" v="267" actId="47"/>
        <pc:sldMkLst>
          <pc:docMk/>
          <pc:sldMk cId="2382871703" sldId="259"/>
        </pc:sldMkLst>
        <pc:spChg chg="mod">
          <ac:chgData name="deer man" userId="5df8f941c66563e5" providerId="LiveId" clId="{D5483A8E-E20A-42B3-8710-4AD02E0C56EE}" dt="2026-10-09T16:35:02.158" v="244" actId="1076"/>
          <ac:spMkLst>
            <pc:docMk/>
            <pc:sldMk cId="2382871703" sldId="259"/>
            <ac:spMk id="4" creationId="{D36C5174-E12F-6B2B-FACF-FF8847DED18B}"/>
          </ac:spMkLst>
        </pc:spChg>
        <pc:spChg chg="mod">
          <ac:chgData name="deer man" userId="5df8f941c66563e5" providerId="LiveId" clId="{D5483A8E-E20A-42B3-8710-4AD02E0C56EE}" dt="2026-10-09T16:35:33.254" v="255" actId="27636"/>
          <ac:spMkLst>
            <pc:docMk/>
            <pc:sldMk cId="2382871703" sldId="259"/>
            <ac:spMk id="5" creationId="{1B7A1795-B63F-5DA9-A1D6-B6547AB916CE}"/>
          </ac:spMkLst>
        </pc:spChg>
        <pc:spChg chg="mod">
          <ac:chgData name="deer man" userId="5df8f941c66563e5" providerId="LiveId" clId="{D5483A8E-E20A-42B3-8710-4AD02E0C56EE}" dt="2026-10-09T16:33:54.032" v="237" actId="1076"/>
          <ac:spMkLst>
            <pc:docMk/>
            <pc:sldMk cId="2382871703" sldId="259"/>
            <ac:spMk id="6" creationId="{6D6F1F83-B75B-9CF4-2E77-5C05A8F0F28C}"/>
          </ac:spMkLst>
        </pc:spChg>
        <pc:spChg chg="mod ord">
          <ac:chgData name="deer man" userId="5df8f941c66563e5" providerId="LiveId" clId="{D5483A8E-E20A-42B3-8710-4AD02E0C56EE}" dt="2026-10-09T16:36:22.996" v="261" actId="166"/>
          <ac:spMkLst>
            <pc:docMk/>
            <pc:sldMk cId="2382871703" sldId="259"/>
            <ac:spMk id="8" creationId="{44396331-E8D5-4C62-8F04-281FD0349DD5}"/>
          </ac:spMkLst>
        </pc:spChg>
        <pc:spChg chg="mod">
          <ac:chgData name="deer man" userId="5df8f941c66563e5" providerId="LiveId" clId="{D5483A8E-E20A-42B3-8710-4AD02E0C56EE}" dt="2026-10-09T16:33:29.506" v="229" actId="1076"/>
          <ac:spMkLst>
            <pc:docMk/>
            <pc:sldMk cId="2382871703" sldId="259"/>
            <ac:spMk id="9" creationId="{698D88F4-DC0F-8358-6AD8-043E439924C2}"/>
          </ac:spMkLst>
        </pc:spChg>
        <pc:spChg chg="mod">
          <ac:chgData name="deer man" userId="5df8f941c66563e5" providerId="LiveId" clId="{D5483A8E-E20A-42B3-8710-4AD02E0C56EE}" dt="2026-10-09T16:33:32.363" v="230" actId="1076"/>
          <ac:spMkLst>
            <pc:docMk/>
            <pc:sldMk cId="2382871703" sldId="259"/>
            <ac:spMk id="14" creationId="{20904003-ED0E-342E-37B7-456A895DF4D3}"/>
          </ac:spMkLst>
        </pc:spChg>
        <pc:picChg chg="add mod">
          <ac:chgData name="deer man" userId="5df8f941c66563e5" providerId="LiveId" clId="{D5483A8E-E20A-42B3-8710-4AD02E0C56EE}" dt="2026-10-09T16:35:45.143" v="259" actId="1076"/>
          <ac:picMkLst>
            <pc:docMk/>
            <pc:sldMk cId="2382871703" sldId="259"/>
            <ac:picMk id="3" creationId="{D47318F7-633E-3C51-9C7D-A1B7FD0CD7CE}"/>
          </ac:picMkLst>
        </pc:picChg>
      </pc:sldChg>
      <pc:sldChg chg="addSp delSp modSp add mod ord">
        <pc:chgData name="deer man" userId="5df8f941c66563e5" providerId="LiveId" clId="{D5483A8E-E20A-42B3-8710-4AD02E0C56EE}" dt="2026-10-09T19:31:16.637" v="1132" actId="1076"/>
        <pc:sldMkLst>
          <pc:docMk/>
          <pc:sldMk cId="787897493" sldId="260"/>
        </pc:sldMkLst>
        <pc:spChg chg="mod">
          <ac:chgData name="deer man" userId="5df8f941c66563e5" providerId="LiveId" clId="{D5483A8E-E20A-42B3-8710-4AD02E0C56EE}" dt="2026-10-09T17:02:04.497" v="350" actId="14100"/>
          <ac:spMkLst>
            <pc:docMk/>
            <pc:sldMk cId="787897493" sldId="260"/>
            <ac:spMk id="4" creationId="{1785AE3B-6DAA-6D67-54B6-A2CB16963413}"/>
          </ac:spMkLst>
        </pc:spChg>
        <pc:spChg chg="mod">
          <ac:chgData name="deer man" userId="5df8f941c66563e5" providerId="LiveId" clId="{D5483A8E-E20A-42B3-8710-4AD02E0C56EE}" dt="2026-10-09T19:31:16.637" v="1132" actId="1076"/>
          <ac:spMkLst>
            <pc:docMk/>
            <pc:sldMk cId="787897493" sldId="260"/>
            <ac:spMk id="8" creationId="{0AC45FEF-1845-5188-DDB2-8699326640C2}"/>
          </ac:spMkLst>
        </pc:spChg>
        <pc:spChg chg="mod">
          <ac:chgData name="deer man" userId="5df8f941c66563e5" providerId="LiveId" clId="{D5483A8E-E20A-42B3-8710-4AD02E0C56EE}" dt="2026-10-09T16:47:35.317" v="285" actId="17032"/>
          <ac:spMkLst>
            <pc:docMk/>
            <pc:sldMk cId="787897493" sldId="260"/>
            <ac:spMk id="9" creationId="{B7C7774B-9CB6-6E00-7A0F-8B825DBDB62F}"/>
          </ac:spMkLst>
        </pc:spChg>
        <pc:spChg chg="mod">
          <ac:chgData name="deer man" userId="5df8f941c66563e5" providerId="LiveId" clId="{D5483A8E-E20A-42B3-8710-4AD02E0C56EE}" dt="2026-10-09T16:47:35.317" v="285" actId="17032"/>
          <ac:spMkLst>
            <pc:docMk/>
            <pc:sldMk cId="787897493" sldId="260"/>
            <ac:spMk id="14" creationId="{DBDDF10B-DA34-0461-0D03-AB532CEC9436}"/>
          </ac:spMkLst>
        </pc:spChg>
        <pc:picChg chg="del">
          <ac:chgData name="deer man" userId="5df8f941c66563e5" providerId="LiveId" clId="{D5483A8E-E20A-42B3-8710-4AD02E0C56EE}" dt="2026-10-09T16:57:45.957" v="329" actId="478"/>
          <ac:picMkLst>
            <pc:docMk/>
            <pc:sldMk cId="787897493" sldId="260"/>
            <ac:picMk id="3" creationId="{45D07BF9-A64F-D45D-002A-3895808BA74C}"/>
          </ac:picMkLst>
        </pc:picChg>
        <pc:picChg chg="add mod">
          <ac:chgData name="deer man" userId="5df8f941c66563e5" providerId="LiveId" clId="{D5483A8E-E20A-42B3-8710-4AD02E0C56EE}" dt="2026-10-09T17:09:30.606" v="378" actId="14100"/>
          <ac:picMkLst>
            <pc:docMk/>
            <pc:sldMk cId="787897493" sldId="260"/>
            <ac:picMk id="7" creationId="{E998FB69-8C27-53B3-1585-F9B7D03E60E9}"/>
          </ac:picMkLst>
        </pc:picChg>
      </pc:sldChg>
      <pc:sldChg chg="addSp delSp modSp add mod">
        <pc:chgData name="deer man" userId="5df8f941c66563e5" providerId="LiveId" clId="{D5483A8E-E20A-42B3-8710-4AD02E0C56EE}" dt="2026-10-09T18:08:25.719" v="557" actId="1076"/>
        <pc:sldMkLst>
          <pc:docMk/>
          <pc:sldMk cId="1409235358" sldId="261"/>
        </pc:sldMkLst>
        <pc:spChg chg="mod">
          <ac:chgData name="deer man" userId="5df8f941c66563e5" providerId="LiveId" clId="{D5483A8E-E20A-42B3-8710-4AD02E0C56EE}" dt="2026-10-09T17:02:11.069" v="351" actId="403"/>
          <ac:spMkLst>
            <pc:docMk/>
            <pc:sldMk cId="1409235358" sldId="261"/>
            <ac:spMk id="4" creationId="{8BB9345A-AA4A-0F97-55A2-66896CBD248B}"/>
          </ac:spMkLst>
        </pc:spChg>
        <pc:spChg chg="mod">
          <ac:chgData name="deer man" userId="5df8f941c66563e5" providerId="LiveId" clId="{D5483A8E-E20A-42B3-8710-4AD02E0C56EE}" dt="2026-10-09T17:01:44.704" v="346" actId="13926"/>
          <ac:spMkLst>
            <pc:docMk/>
            <pc:sldMk cId="1409235358" sldId="261"/>
            <ac:spMk id="5" creationId="{1162962A-30EC-FD36-943B-A739646F4550}"/>
          </ac:spMkLst>
        </pc:spChg>
        <pc:spChg chg="mod ord">
          <ac:chgData name="deer man" userId="5df8f941c66563e5" providerId="LiveId" clId="{D5483A8E-E20A-42B3-8710-4AD02E0C56EE}" dt="2026-10-09T17:07:20.230" v="372" actId="14100"/>
          <ac:spMkLst>
            <pc:docMk/>
            <pc:sldMk cId="1409235358" sldId="261"/>
            <ac:spMk id="6" creationId="{07DF00B9-D88F-EBBF-5616-E29DF2DF0483}"/>
          </ac:spMkLst>
        </pc:spChg>
        <pc:spChg chg="add del">
          <ac:chgData name="deer man" userId="5df8f941c66563e5" providerId="LiveId" clId="{D5483A8E-E20A-42B3-8710-4AD02E0C56EE}" dt="2026-10-09T16:55:14.641" v="324" actId="22"/>
          <ac:spMkLst>
            <pc:docMk/>
            <pc:sldMk cId="1409235358" sldId="261"/>
            <ac:spMk id="7" creationId="{DEF1351F-1C91-D202-94FC-DB9818B991A4}"/>
          </ac:spMkLst>
        </pc:spChg>
        <pc:spChg chg="mod">
          <ac:chgData name="deer man" userId="5df8f941c66563e5" providerId="LiveId" clId="{D5483A8E-E20A-42B3-8710-4AD02E0C56EE}" dt="2026-10-09T16:50:16.264" v="305" actId="1076"/>
          <ac:spMkLst>
            <pc:docMk/>
            <pc:sldMk cId="1409235358" sldId="261"/>
            <ac:spMk id="8" creationId="{7C2B376E-BDEA-5913-BAD3-47DCBA8B2BC4}"/>
          </ac:spMkLst>
        </pc:spChg>
        <pc:spChg chg="mod ord">
          <ac:chgData name="deer man" userId="5df8f941c66563e5" providerId="LiveId" clId="{D5483A8E-E20A-42B3-8710-4AD02E0C56EE}" dt="2026-10-09T16:50:10.155" v="304" actId="13822"/>
          <ac:spMkLst>
            <pc:docMk/>
            <pc:sldMk cId="1409235358" sldId="261"/>
            <ac:spMk id="9" creationId="{24F7D801-400A-D2AE-40C0-9F619577FB7D}"/>
          </ac:spMkLst>
        </pc:spChg>
        <pc:spChg chg="mod ord">
          <ac:chgData name="deer man" userId="5df8f941c66563e5" providerId="LiveId" clId="{D5483A8E-E20A-42B3-8710-4AD02E0C56EE}" dt="2026-10-09T16:55:23.980" v="325"/>
          <ac:spMkLst>
            <pc:docMk/>
            <pc:sldMk cId="1409235358" sldId="261"/>
            <ac:spMk id="14" creationId="{7096BDC8-58BA-E55A-278C-56CF72651062}"/>
          </ac:spMkLst>
        </pc:spChg>
        <pc:picChg chg="del">
          <ac:chgData name="deer man" userId="5df8f941c66563e5" providerId="LiveId" clId="{D5483A8E-E20A-42B3-8710-4AD02E0C56EE}" dt="2026-10-09T16:46:29.369" v="283" actId="478"/>
          <ac:picMkLst>
            <pc:docMk/>
            <pc:sldMk cId="1409235358" sldId="261"/>
            <ac:picMk id="3" creationId="{2BD4AFF2-9EEC-7068-7D6D-07ED14930EDE}"/>
          </ac:picMkLst>
        </pc:picChg>
        <pc:picChg chg="del">
          <ac:chgData name="deer man" userId="5df8f941c66563e5" providerId="LiveId" clId="{D5483A8E-E20A-42B3-8710-4AD02E0C56EE}" dt="2026-10-09T16:55:26.262" v="326" actId="478"/>
          <ac:picMkLst>
            <pc:docMk/>
            <pc:sldMk cId="1409235358" sldId="261"/>
            <ac:picMk id="10" creationId="{98AEE33C-F1BA-D442-A50D-F95902243C21}"/>
          </ac:picMkLst>
        </pc:picChg>
        <pc:picChg chg="add del">
          <ac:chgData name="deer man" userId="5df8f941c66563e5" providerId="LiveId" clId="{D5483A8E-E20A-42B3-8710-4AD02E0C56EE}" dt="2026-10-09T16:57:41.809" v="328" actId="478"/>
          <ac:picMkLst>
            <pc:docMk/>
            <pc:sldMk cId="1409235358" sldId="261"/>
            <ac:picMk id="12" creationId="{3A8C619E-3CC7-F365-85F7-8CD3FEEF3FB3}"/>
          </ac:picMkLst>
        </pc:picChg>
        <pc:picChg chg="add mod modCrop">
          <ac:chgData name="deer man" userId="5df8f941c66563e5" providerId="LiveId" clId="{D5483A8E-E20A-42B3-8710-4AD02E0C56EE}" dt="2026-10-09T17:09:40.448" v="379" actId="14100"/>
          <ac:picMkLst>
            <pc:docMk/>
            <pc:sldMk cId="1409235358" sldId="261"/>
            <ac:picMk id="15" creationId="{FF5EA49F-0C60-74C0-12A2-BE260A29DC1A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17" creationId="{4B7C7A4A-3752-1E3E-B3DB-A9A5F6912E3B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19" creationId="{EE027F7F-F087-BEE8-65C7-E2008259FB92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1" creationId="{4F492674-DC1C-E65B-950F-A0EC7140E53C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3" creationId="{9117724F-1044-35BA-7870-50B31639FEE4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5" creationId="{E340601E-B5E3-CDAC-45F1-1A8EA69FAF24}"/>
          </ac:picMkLst>
        </pc:picChg>
      </pc:sldChg>
      <pc:sldChg chg="delSp modSp add del mod">
        <pc:chgData name="deer man" userId="5df8f941c66563e5" providerId="LiveId" clId="{D5483A8E-E20A-42B3-8710-4AD02E0C56EE}" dt="2026-10-09T17:10:03.213" v="380" actId="47"/>
        <pc:sldMkLst>
          <pc:docMk/>
          <pc:sldMk cId="50826702" sldId="262"/>
        </pc:sldMkLst>
        <pc:spChg chg="mod ord">
          <ac:chgData name="deer man" userId="5df8f941c66563e5" providerId="LiveId" clId="{D5483A8E-E20A-42B3-8710-4AD02E0C56EE}" dt="2026-10-09T17:08:13.137" v="374" actId="13822"/>
          <ac:spMkLst>
            <pc:docMk/>
            <pc:sldMk cId="50826702" sldId="262"/>
            <ac:spMk id="6" creationId="{3810C7D7-D59C-AC8E-D886-07F737AD8E3F}"/>
          </ac:spMkLst>
        </pc:spChg>
        <pc:spChg chg="mod ord">
          <ac:chgData name="deer man" userId="5df8f941c66563e5" providerId="LiveId" clId="{D5483A8E-E20A-42B3-8710-4AD02E0C56EE}" dt="2026-10-09T17:08:44.321" v="376" actId="17032"/>
          <ac:spMkLst>
            <pc:docMk/>
            <pc:sldMk cId="50826702" sldId="262"/>
            <ac:spMk id="9" creationId="{E980D0CC-122E-344D-A2C5-C3DF53FEE603}"/>
          </ac:spMkLst>
        </pc:spChg>
        <pc:spChg chg="ord">
          <ac:chgData name="deer man" userId="5df8f941c66563e5" providerId="LiveId" clId="{D5483A8E-E20A-42B3-8710-4AD02E0C56EE}" dt="2026-10-09T17:05:57.913" v="367" actId="167"/>
          <ac:spMkLst>
            <pc:docMk/>
            <pc:sldMk cId="50826702" sldId="262"/>
            <ac:spMk id="14" creationId="{EEC31EAE-2CDF-2A91-F888-ACA6B7B5184A}"/>
          </ac:spMkLst>
        </pc:spChg>
        <pc:picChg chg="del">
          <ac:chgData name="deer man" userId="5df8f941c66563e5" providerId="LiveId" clId="{D5483A8E-E20A-42B3-8710-4AD02E0C56EE}" dt="2026-10-09T17:09:07.440" v="377" actId="478"/>
          <ac:picMkLst>
            <pc:docMk/>
            <pc:sldMk cId="50826702" sldId="262"/>
            <ac:picMk id="15" creationId="{0A24DC36-7EF6-4B9A-387B-2AC27F6C4C0F}"/>
          </ac:picMkLst>
        </pc:picChg>
      </pc:sldChg>
      <pc:sldChg chg="new del">
        <pc:chgData name="deer man" userId="5df8f941c66563e5" providerId="LiveId" clId="{D5483A8E-E20A-42B3-8710-4AD02E0C56EE}" dt="2026-10-09T17:04:13.326" v="360" actId="680"/>
        <pc:sldMkLst>
          <pc:docMk/>
          <pc:sldMk cId="1191117528" sldId="262"/>
        </pc:sldMkLst>
      </pc:sldChg>
      <pc:sldChg chg="addSp delSp modSp new mod modTransition">
        <pc:chgData name="deer man" userId="5df8f941c66563e5" providerId="LiveId" clId="{D5483A8E-E20A-42B3-8710-4AD02E0C56EE}" dt="2026-10-09T18:12:21.419" v="593" actId="478"/>
        <pc:sldMkLst>
          <pc:docMk/>
          <pc:sldMk cId="2145549953" sldId="262"/>
        </pc:sldMkLst>
        <pc:spChg chg="del mod">
          <ac:chgData name="deer man" userId="5df8f941c66563e5" providerId="LiveId" clId="{D5483A8E-E20A-42B3-8710-4AD02E0C56EE}" dt="2026-10-09T18:10:17.344" v="574" actId="478"/>
          <ac:spMkLst>
            <pc:docMk/>
            <pc:sldMk cId="2145549953" sldId="262"/>
            <ac:spMk id="2" creationId="{4087DF1D-C45D-3D4C-0E2D-6B0A999B9601}"/>
          </ac:spMkLst>
        </pc:spChg>
        <pc:spChg chg="del">
          <ac:chgData name="deer man" userId="5df8f941c66563e5" providerId="LiveId" clId="{D5483A8E-E20A-42B3-8710-4AD02E0C56EE}" dt="2026-10-09T17:14:36.969" v="384"/>
          <ac:spMkLst>
            <pc:docMk/>
            <pc:sldMk cId="2145549953" sldId="262"/>
            <ac:spMk id="3" creationId="{59723441-114B-7C09-8C54-BAC721A032D6}"/>
          </ac:spMkLst>
        </pc:spChg>
        <pc:spChg chg="add mod">
          <ac:chgData name="deer man" userId="5df8f941c66563e5" providerId="LiveId" clId="{D5483A8E-E20A-42B3-8710-4AD02E0C56EE}" dt="2026-10-09T17:35:17.255" v="433" actId="1076"/>
          <ac:spMkLst>
            <pc:docMk/>
            <pc:sldMk cId="2145549953" sldId="262"/>
            <ac:spMk id="7" creationId="{8A7FBE74-60F6-A4CE-5AE6-9E9FAB9AA3B1}"/>
          </ac:spMkLst>
        </pc:spChg>
        <pc:spChg chg="add del mod">
          <ac:chgData name="deer man" userId="5df8f941c66563e5" providerId="LiveId" clId="{D5483A8E-E20A-42B3-8710-4AD02E0C56EE}" dt="2026-10-09T18:10:33.290" v="578" actId="478"/>
          <ac:spMkLst>
            <pc:docMk/>
            <pc:sldMk cId="2145549953" sldId="262"/>
            <ac:spMk id="23" creationId="{915A78D1-2B9B-F70A-A069-9CF6A507DF48}"/>
          </ac:spMkLst>
        </pc:spChg>
        <pc:spChg chg="add del mod">
          <ac:chgData name="deer man" userId="5df8f941c66563e5" providerId="LiveId" clId="{D5483A8E-E20A-42B3-8710-4AD02E0C56EE}" dt="2026-10-09T18:12:21.419" v="593" actId="478"/>
          <ac:spMkLst>
            <pc:docMk/>
            <pc:sldMk cId="2145549953" sldId="262"/>
            <ac:spMk id="24" creationId="{233A2B11-880D-D80A-6F01-E13B0612906D}"/>
          </ac:spMkLst>
        </pc:spChg>
        <pc:picChg chg="add del mod ord">
          <ac:chgData name="deer man" userId="5df8f941c66563e5" providerId="LiveId" clId="{D5483A8E-E20A-42B3-8710-4AD02E0C56EE}" dt="2026-10-09T17:14:47.123" v="386" actId="478"/>
          <ac:picMkLst>
            <pc:docMk/>
            <pc:sldMk cId="2145549953" sldId="262"/>
            <ac:picMk id="5" creationId="{DC805868-6FA0-34E6-D7B5-5147335D86B3}"/>
          </ac:picMkLst>
        </pc:picChg>
        <pc:picChg chg="add mod">
          <ac:chgData name="deer man" userId="5df8f941c66563e5" providerId="LiveId" clId="{D5483A8E-E20A-42B3-8710-4AD02E0C56EE}" dt="2026-10-09T17:53:31.275" v="509" actId="14100"/>
          <ac:picMkLst>
            <pc:docMk/>
            <pc:sldMk cId="2145549953" sldId="262"/>
            <ac:picMk id="9" creationId="{D83597CD-55DB-1A93-48FA-F4DCC749421C}"/>
          </ac:picMkLst>
        </pc:picChg>
        <pc:picChg chg="add mod">
          <ac:chgData name="deer man" userId="5df8f941c66563e5" providerId="LiveId" clId="{D5483A8E-E20A-42B3-8710-4AD02E0C56EE}" dt="2026-10-09T18:03:56.479" v="521" actId="1076"/>
          <ac:picMkLst>
            <pc:docMk/>
            <pc:sldMk cId="2145549953" sldId="262"/>
            <ac:picMk id="11" creationId="{1E9962C7-2898-0BAA-AFFC-0C6FC58641AD}"/>
          </ac:picMkLst>
        </pc:picChg>
        <pc:picChg chg="add mod">
          <ac:chgData name="deer man" userId="5df8f941c66563e5" providerId="LiveId" clId="{D5483A8E-E20A-42B3-8710-4AD02E0C56EE}" dt="2026-10-09T18:03:59.173" v="522" actId="1076"/>
          <ac:picMkLst>
            <pc:docMk/>
            <pc:sldMk cId="2145549953" sldId="262"/>
            <ac:picMk id="13" creationId="{ACF536EE-50FF-7D42-C3D9-391329011768}"/>
          </ac:picMkLst>
        </pc:picChg>
        <pc:picChg chg="add del mod modCrop">
          <ac:chgData name="deer man" userId="5df8f941c66563e5" providerId="LiveId" clId="{D5483A8E-E20A-42B3-8710-4AD02E0C56EE}" dt="2026-10-09T17:33:04.123" v="420" actId="478"/>
          <ac:picMkLst>
            <pc:docMk/>
            <pc:sldMk cId="2145549953" sldId="262"/>
            <ac:picMk id="15" creationId="{76C924C2-ED67-A954-08A1-DCF9914D45C0}"/>
          </ac:picMkLst>
        </pc:picChg>
        <pc:picChg chg="add mod">
          <ac:chgData name="deer man" userId="5df8f941c66563e5" providerId="LiveId" clId="{D5483A8E-E20A-42B3-8710-4AD02E0C56EE}" dt="2026-10-09T18:04:45.358" v="526" actId="208"/>
          <ac:picMkLst>
            <pc:docMk/>
            <pc:sldMk cId="2145549953" sldId="262"/>
            <ac:picMk id="17" creationId="{AAFBDC52-A4CA-9D0C-AA96-2E6AB3B65054}"/>
          </ac:picMkLst>
        </pc:picChg>
        <pc:picChg chg="add mod">
          <ac:chgData name="deer man" userId="5df8f941c66563e5" providerId="LiveId" clId="{D5483A8E-E20A-42B3-8710-4AD02E0C56EE}" dt="2026-10-09T18:03:42.889" v="519" actId="1076"/>
          <ac:picMkLst>
            <pc:docMk/>
            <pc:sldMk cId="2145549953" sldId="262"/>
            <ac:picMk id="19" creationId="{FC466F5D-B2E6-BCF3-7649-0A01925224C6}"/>
          </ac:picMkLst>
        </pc:picChg>
        <pc:picChg chg="add del">
          <ac:chgData name="deer man" userId="5df8f941c66563e5" providerId="LiveId" clId="{D5483A8E-E20A-42B3-8710-4AD02E0C56EE}" dt="2026-10-09T18:03:16.238" v="514" actId="478"/>
          <ac:picMkLst>
            <pc:docMk/>
            <pc:sldMk cId="2145549953" sldId="262"/>
            <ac:picMk id="21" creationId="{C66B861D-FBC5-8DA3-59D9-2D8E2E3A5DB1}"/>
          </ac:picMkLst>
        </pc:picChg>
      </pc:sldChg>
      <pc:sldChg chg="modSp add del mod modTransition">
        <pc:chgData name="deer man" userId="5df8f941c66563e5" providerId="LiveId" clId="{D5483A8E-E20A-42B3-8710-4AD02E0C56EE}" dt="2026-10-09T18:15:26.201" v="610" actId="47"/>
        <pc:sldMkLst>
          <pc:docMk/>
          <pc:sldMk cId="1434639250" sldId="263"/>
        </pc:sldMkLst>
        <pc:spChg chg="mod">
          <ac:chgData name="deer man" userId="5df8f941c66563e5" providerId="LiveId" clId="{D5483A8E-E20A-42B3-8710-4AD02E0C56EE}" dt="2026-10-09T17:41:32.669" v="477" actId="1076"/>
          <ac:spMkLst>
            <pc:docMk/>
            <pc:sldMk cId="1434639250" sldId="263"/>
            <ac:spMk id="2" creationId="{01C34B81-482E-B8AB-69AA-2CD08303BA0E}"/>
          </ac:spMkLst>
        </pc:spChg>
        <pc:spChg chg="mod">
          <ac:chgData name="deer man" userId="5df8f941c66563e5" providerId="LiveId" clId="{D5483A8E-E20A-42B3-8710-4AD02E0C56EE}" dt="2026-10-09T17:44:46.664" v="493" actId="207"/>
          <ac:spMkLst>
            <pc:docMk/>
            <pc:sldMk cId="1434639250" sldId="263"/>
            <ac:spMk id="7" creationId="{2DCC9F77-45AB-BD91-50A9-242E81B027B7}"/>
          </ac:spMkLst>
        </pc:spChg>
        <pc:picChg chg="mod">
          <ac:chgData name="deer man" userId="5df8f941c66563e5" providerId="LiveId" clId="{D5483A8E-E20A-42B3-8710-4AD02E0C56EE}" dt="2026-10-09T18:14:20.887" v="603" actId="1076"/>
          <ac:picMkLst>
            <pc:docMk/>
            <pc:sldMk cId="1434639250" sldId="263"/>
            <ac:picMk id="9" creationId="{DF53FF3F-C43E-54E4-9A00-87E03A48BC87}"/>
          </ac:picMkLst>
        </pc:picChg>
        <pc:picChg chg="mod">
          <ac:chgData name="deer man" userId="5df8f941c66563e5" providerId="LiveId" clId="{D5483A8E-E20A-42B3-8710-4AD02E0C56EE}" dt="2026-10-09T18:14:18.558" v="602" actId="1076"/>
          <ac:picMkLst>
            <pc:docMk/>
            <pc:sldMk cId="1434639250" sldId="263"/>
            <ac:picMk id="11" creationId="{CAA29F8C-B8B2-9D7A-1AC3-85ACD72278E1}"/>
          </ac:picMkLst>
        </pc:picChg>
        <pc:picChg chg="mod">
          <ac:chgData name="deer man" userId="5df8f941c66563e5" providerId="LiveId" clId="{D5483A8E-E20A-42B3-8710-4AD02E0C56EE}" dt="2026-10-09T18:14:34.289" v="605" actId="1076"/>
          <ac:picMkLst>
            <pc:docMk/>
            <pc:sldMk cId="1434639250" sldId="263"/>
            <ac:picMk id="13" creationId="{2A75B6B3-F070-2620-FEBA-4B757E7A7B42}"/>
          </ac:picMkLst>
        </pc:picChg>
        <pc:picChg chg="mod">
          <ac:chgData name="deer man" userId="5df8f941c66563e5" providerId="LiveId" clId="{D5483A8E-E20A-42B3-8710-4AD02E0C56EE}" dt="2026-10-09T17:40:59.251" v="474" actId="14100"/>
          <ac:picMkLst>
            <pc:docMk/>
            <pc:sldMk cId="1434639250" sldId="263"/>
            <ac:picMk id="17" creationId="{7D37B6D3-55FE-48CB-8EC4-749CB6041F19}"/>
          </ac:picMkLst>
        </pc:picChg>
      </pc:sldChg>
      <pc:sldChg chg="modSp add del mod">
        <pc:chgData name="deer man" userId="5df8f941c66563e5" providerId="LiveId" clId="{D5483A8E-E20A-42B3-8710-4AD02E0C56EE}" dt="2026-10-09T18:16:43.939" v="620" actId="47"/>
        <pc:sldMkLst>
          <pc:docMk/>
          <pc:sldMk cId="446096004" sldId="264"/>
        </pc:sldMkLst>
        <pc:spChg chg="mod">
          <ac:chgData name="deer man" userId="5df8f941c66563e5" providerId="LiveId" clId="{D5483A8E-E20A-42B3-8710-4AD02E0C56EE}" dt="2026-10-09T17:44:30.229" v="491" actId="20577"/>
          <ac:spMkLst>
            <pc:docMk/>
            <pc:sldMk cId="446096004" sldId="264"/>
            <ac:spMk id="7" creationId="{69BD0EFC-A0C9-A7CD-77F1-E4509A58808C}"/>
          </ac:spMkLst>
        </pc:spChg>
        <pc:picChg chg="mod">
          <ac:chgData name="deer man" userId="5df8f941c66563e5" providerId="LiveId" clId="{D5483A8E-E20A-42B3-8710-4AD02E0C56EE}" dt="2026-10-09T17:46:09.095" v="499" actId="1076"/>
          <ac:picMkLst>
            <pc:docMk/>
            <pc:sldMk cId="446096004" sldId="264"/>
            <ac:picMk id="11" creationId="{12635FE0-6F58-075A-357A-5C83C0DDCF8E}"/>
          </ac:picMkLst>
        </pc:picChg>
      </pc:sldChg>
      <pc:sldChg chg="addSp delSp modSp add mod modTransition modAnim">
        <pc:chgData name="deer man" userId="5df8f941c66563e5" providerId="LiveId" clId="{D5483A8E-E20A-42B3-8710-4AD02E0C56EE}" dt="2026-10-09T18:40:53.364" v="740" actId="14100"/>
        <pc:sldMkLst>
          <pc:docMk/>
          <pc:sldMk cId="2653020406" sldId="265"/>
        </pc:sldMkLst>
        <pc:spChg chg="del mod">
          <ac:chgData name="deer man" userId="5df8f941c66563e5" providerId="LiveId" clId="{D5483A8E-E20A-42B3-8710-4AD02E0C56EE}" dt="2026-10-09T18:11:02.023" v="579" actId="478"/>
          <ac:spMkLst>
            <pc:docMk/>
            <pc:sldMk cId="2653020406" sldId="265"/>
            <ac:spMk id="2" creationId="{79EDDF93-B636-12FC-79DF-54744DFA0381}"/>
          </ac:spMkLst>
        </pc:spChg>
        <pc:spChg chg="add del mod">
          <ac:chgData name="deer man" userId="5df8f941c66563e5" providerId="LiveId" clId="{D5483A8E-E20A-42B3-8710-4AD02E0C56EE}" dt="2026-10-09T18:09:27.981" v="568"/>
          <ac:spMkLst>
            <pc:docMk/>
            <pc:sldMk cId="2653020406" sldId="265"/>
            <ac:spMk id="3" creationId="{84494647-3591-4A94-9C57-EAFB532BEB5E}"/>
          </ac:spMkLst>
        </pc:spChg>
        <pc:spChg chg="add del mod">
          <ac:chgData name="deer man" userId="5df8f941c66563e5" providerId="LiveId" clId="{D5483A8E-E20A-42B3-8710-4AD02E0C56EE}" dt="2026-10-09T18:11:05.899" v="580"/>
          <ac:spMkLst>
            <pc:docMk/>
            <pc:sldMk cId="2653020406" sldId="265"/>
            <ac:spMk id="5" creationId="{87A3B3EB-33DC-6791-26F1-5959B92AEE21}"/>
          </ac:spMkLst>
        </pc:spChg>
        <pc:spChg chg="add mod">
          <ac:chgData name="deer man" userId="5df8f941c66563e5" providerId="LiveId" clId="{D5483A8E-E20A-42B3-8710-4AD02E0C56EE}" dt="2026-10-09T18:40:53.364" v="740" actId="14100"/>
          <ac:spMkLst>
            <pc:docMk/>
            <pc:sldMk cId="2653020406" sldId="265"/>
            <ac:spMk id="6" creationId="{E01B062C-3F9B-2B11-F672-9D5F577A78EC}"/>
          </ac:spMkLst>
        </pc:spChg>
        <pc:spChg chg="mod">
          <ac:chgData name="deer man" userId="5df8f941c66563e5" providerId="LiveId" clId="{D5483A8E-E20A-42B3-8710-4AD02E0C56EE}" dt="2026-10-09T18:36:00.908" v="715" actId="14100"/>
          <ac:spMkLst>
            <pc:docMk/>
            <pc:sldMk cId="2653020406" sldId="265"/>
            <ac:spMk id="7" creationId="{00E13915-BE34-AB31-A7D9-7365A31866F3}"/>
          </ac:spMkLst>
        </pc:spChg>
        <pc:picChg chg="mod">
          <ac:chgData name="deer man" userId="5df8f941c66563e5" providerId="LiveId" clId="{D5483A8E-E20A-42B3-8710-4AD02E0C56EE}" dt="2026-10-09T18:20:14.827" v="648" actId="14100"/>
          <ac:picMkLst>
            <pc:docMk/>
            <pc:sldMk cId="2653020406" sldId="265"/>
            <ac:picMk id="9" creationId="{617C9FF3-CEBA-68C5-4BB5-91ECD1E8E7E2}"/>
          </ac:picMkLst>
        </pc:picChg>
        <pc:picChg chg="mod">
          <ac:chgData name="deer man" userId="5df8f941c66563e5" providerId="LiveId" clId="{D5483A8E-E20A-42B3-8710-4AD02E0C56EE}" dt="2026-10-09T18:11:57.285" v="591" actId="1076"/>
          <ac:picMkLst>
            <pc:docMk/>
            <pc:sldMk cId="2653020406" sldId="265"/>
            <ac:picMk id="11" creationId="{CF8A8DFC-21BA-DAAA-C55F-0F781D43005C}"/>
          </ac:picMkLst>
        </pc:picChg>
        <pc:picChg chg="mod">
          <ac:chgData name="deer man" userId="5df8f941c66563e5" providerId="LiveId" clId="{D5483A8E-E20A-42B3-8710-4AD02E0C56EE}" dt="2026-10-09T18:11:53.782" v="590" actId="1076"/>
          <ac:picMkLst>
            <pc:docMk/>
            <pc:sldMk cId="2653020406" sldId="265"/>
            <ac:picMk id="13" creationId="{7D508039-F82F-F353-0DB5-0A5CDEDF9723}"/>
          </ac:picMkLst>
        </pc:picChg>
        <pc:picChg chg="mod">
          <ac:chgData name="deer man" userId="5df8f941c66563e5" providerId="LiveId" clId="{D5483A8E-E20A-42B3-8710-4AD02E0C56EE}" dt="2026-10-09T18:11:47.533" v="588" actId="1076"/>
          <ac:picMkLst>
            <pc:docMk/>
            <pc:sldMk cId="2653020406" sldId="265"/>
            <ac:picMk id="17" creationId="{E51EAC41-F065-E446-439E-8CF78B28EBF8}"/>
          </ac:picMkLst>
        </pc:picChg>
        <pc:picChg chg="mod">
          <ac:chgData name="deer man" userId="5df8f941c66563e5" providerId="LiveId" clId="{D5483A8E-E20A-42B3-8710-4AD02E0C56EE}" dt="2026-10-09T18:11:50.100" v="589" actId="1076"/>
          <ac:picMkLst>
            <pc:docMk/>
            <pc:sldMk cId="2653020406" sldId="265"/>
            <ac:picMk id="19" creationId="{23610DA9-0AF4-521A-EFA4-42D1105D3DC1}"/>
          </ac:picMkLst>
        </pc:picChg>
      </pc:sldChg>
      <pc:sldChg chg="modSp add mod">
        <pc:chgData name="deer man" userId="5df8f941c66563e5" providerId="LiveId" clId="{D5483A8E-E20A-42B3-8710-4AD02E0C56EE}" dt="2026-10-09T18:51:55.433" v="768" actId="14100"/>
        <pc:sldMkLst>
          <pc:docMk/>
          <pc:sldMk cId="2857129009" sldId="266"/>
        </pc:sldMkLst>
        <pc:spChg chg="mod">
          <ac:chgData name="deer man" userId="5df8f941c66563e5" providerId="LiveId" clId="{D5483A8E-E20A-42B3-8710-4AD02E0C56EE}" dt="2026-10-09T18:41:03.390" v="743" actId="14100"/>
          <ac:spMkLst>
            <pc:docMk/>
            <pc:sldMk cId="2857129009" sldId="266"/>
            <ac:spMk id="6" creationId="{445DB7E9-9747-A19E-6014-F3C9AFB3F618}"/>
          </ac:spMkLst>
        </pc:spChg>
        <pc:spChg chg="mod">
          <ac:chgData name="deer man" userId="5df8f941c66563e5" providerId="LiveId" clId="{D5483A8E-E20A-42B3-8710-4AD02E0C56EE}" dt="2026-10-09T18:36:08.172" v="716" actId="14100"/>
          <ac:spMkLst>
            <pc:docMk/>
            <pc:sldMk cId="2857129009" sldId="266"/>
            <ac:spMk id="7" creationId="{175506C4-00BC-7687-FFF3-FBDD465649A2}"/>
          </ac:spMkLst>
        </pc:spChg>
        <pc:picChg chg="mod">
          <ac:chgData name="deer man" userId="5df8f941c66563e5" providerId="LiveId" clId="{D5483A8E-E20A-42B3-8710-4AD02E0C56EE}" dt="2026-10-09T18:16:32.840" v="618" actId="1076"/>
          <ac:picMkLst>
            <pc:docMk/>
            <pc:sldMk cId="2857129009" sldId="266"/>
            <ac:picMk id="9" creationId="{FEB0AD52-FCED-C278-F882-D5964F2CF628}"/>
          </ac:picMkLst>
        </pc:picChg>
        <pc:picChg chg="mod">
          <ac:chgData name="deer man" userId="5df8f941c66563e5" providerId="LiveId" clId="{D5483A8E-E20A-42B3-8710-4AD02E0C56EE}" dt="2026-10-09T18:51:55.433" v="768" actId="14100"/>
          <ac:picMkLst>
            <pc:docMk/>
            <pc:sldMk cId="2857129009" sldId="266"/>
            <ac:picMk id="11" creationId="{3CA22B8B-1D03-F501-2E87-E518DDC24E07}"/>
          </ac:picMkLst>
        </pc:picChg>
      </pc:sldChg>
      <pc:sldChg chg="modSp add mod">
        <pc:chgData name="deer man" userId="5df8f941c66563e5" providerId="LiveId" clId="{D5483A8E-E20A-42B3-8710-4AD02E0C56EE}" dt="2026-10-09T19:28:44.895" v="1098" actId="20577"/>
        <pc:sldMkLst>
          <pc:docMk/>
          <pc:sldMk cId="3436127642" sldId="267"/>
        </pc:sldMkLst>
        <pc:spChg chg="mod">
          <ac:chgData name="deer man" userId="5df8f941c66563e5" providerId="LiveId" clId="{D5483A8E-E20A-42B3-8710-4AD02E0C56EE}" dt="2026-10-09T18:41:11.364" v="745" actId="14100"/>
          <ac:spMkLst>
            <pc:docMk/>
            <pc:sldMk cId="3436127642" sldId="267"/>
            <ac:spMk id="6" creationId="{79CF4D91-5623-356F-8A38-B58584D1AE6C}"/>
          </ac:spMkLst>
        </pc:spChg>
        <pc:spChg chg="mod">
          <ac:chgData name="deer man" userId="5df8f941c66563e5" providerId="LiveId" clId="{D5483A8E-E20A-42B3-8710-4AD02E0C56EE}" dt="2026-10-09T19:28:44.895" v="1098" actId="20577"/>
          <ac:spMkLst>
            <pc:docMk/>
            <pc:sldMk cId="3436127642" sldId="267"/>
            <ac:spMk id="7" creationId="{186D8F37-CB66-3338-865F-CB724ED7B555}"/>
          </ac:spMkLst>
        </pc:spChg>
        <pc:picChg chg="mod">
          <ac:chgData name="deer man" userId="5df8f941c66563e5" providerId="LiveId" clId="{D5483A8E-E20A-42B3-8710-4AD02E0C56EE}" dt="2026-10-09T18:17:30.229" v="627" actId="14100"/>
          <ac:picMkLst>
            <pc:docMk/>
            <pc:sldMk cId="3436127642" sldId="267"/>
            <ac:picMk id="13" creationId="{747E32D6-EB66-8B8C-B3E0-800A0D8203AC}"/>
          </ac:picMkLst>
        </pc:picChg>
      </pc:sldChg>
      <pc:sldChg chg="modSp add mod">
        <pc:chgData name="deer man" userId="5df8f941c66563e5" providerId="LiveId" clId="{D5483A8E-E20A-42B3-8710-4AD02E0C56EE}" dt="2026-10-09T18:53:57.694" v="783" actId="14100"/>
        <pc:sldMkLst>
          <pc:docMk/>
          <pc:sldMk cId="3046831567" sldId="268"/>
        </pc:sldMkLst>
        <pc:spChg chg="mod">
          <ac:chgData name="deer man" userId="5df8f941c66563e5" providerId="LiveId" clId="{D5483A8E-E20A-42B3-8710-4AD02E0C56EE}" dt="2026-10-09T18:53:57.694" v="783" actId="14100"/>
          <ac:spMkLst>
            <pc:docMk/>
            <pc:sldMk cId="3046831567" sldId="268"/>
            <ac:spMk id="6" creationId="{7FFECA6F-F525-35BB-E0D1-83B8B33E6DCD}"/>
          </ac:spMkLst>
        </pc:spChg>
        <pc:spChg chg="mod">
          <ac:chgData name="deer man" userId="5df8f941c66563e5" providerId="LiveId" clId="{D5483A8E-E20A-42B3-8710-4AD02E0C56EE}" dt="2026-10-09T18:53:36.170" v="778" actId="21"/>
          <ac:spMkLst>
            <pc:docMk/>
            <pc:sldMk cId="3046831567" sldId="268"/>
            <ac:spMk id="7" creationId="{663DF033-56C2-AD6E-A3FA-EC24DAC0BDB7}"/>
          </ac:spMkLst>
        </pc:spChg>
        <pc:picChg chg="mod">
          <ac:chgData name="deer man" userId="5df8f941c66563e5" providerId="LiveId" clId="{D5483A8E-E20A-42B3-8710-4AD02E0C56EE}" dt="2026-10-09T18:18:52.174" v="640" actId="14100"/>
          <ac:picMkLst>
            <pc:docMk/>
            <pc:sldMk cId="3046831567" sldId="268"/>
            <ac:picMk id="17" creationId="{2F7CA692-33A5-20D2-DEA1-98CE0F67C4BD}"/>
          </ac:picMkLst>
        </pc:picChg>
        <pc:picChg chg="mod">
          <ac:chgData name="deer man" userId="5df8f941c66563e5" providerId="LiveId" clId="{D5483A8E-E20A-42B3-8710-4AD02E0C56EE}" dt="2026-10-09T18:18:03.065" v="632" actId="1076"/>
          <ac:picMkLst>
            <pc:docMk/>
            <pc:sldMk cId="3046831567" sldId="268"/>
            <ac:picMk id="19" creationId="{1FD45AC6-A413-5EAE-9FED-6ECC820664BB}"/>
          </ac:picMkLst>
        </pc:picChg>
      </pc:sldChg>
      <pc:sldChg chg="modSp add del mod">
        <pc:chgData name="deer man" userId="5df8f941c66563e5" providerId="LiveId" clId="{D5483A8E-E20A-42B3-8710-4AD02E0C56EE}" dt="2026-10-09T18:18:40.030" v="638" actId="2890"/>
        <pc:sldMkLst>
          <pc:docMk/>
          <pc:sldMk cId="12282642" sldId="269"/>
        </pc:sldMkLst>
        <pc:picChg chg="mod">
          <ac:chgData name="deer man" userId="5df8f941c66563e5" providerId="LiveId" clId="{D5483A8E-E20A-42B3-8710-4AD02E0C56EE}" dt="2026-10-09T18:18:38.254" v="637" actId="1076"/>
          <ac:picMkLst>
            <pc:docMk/>
            <pc:sldMk cId="12282642" sldId="269"/>
            <ac:picMk id="19" creationId="{93F9A950-D150-7212-D7C0-704112025B71}"/>
          </ac:picMkLst>
        </pc:picChg>
      </pc:sldChg>
      <pc:sldChg chg="addSp modSp add mod">
        <pc:chgData name="deer man" userId="5df8f941c66563e5" providerId="LiveId" clId="{D5483A8E-E20A-42B3-8710-4AD02E0C56EE}" dt="2026-10-09T19:15:06.184" v="971" actId="1076"/>
        <pc:sldMkLst>
          <pc:docMk/>
          <pc:sldMk cId="597855250" sldId="269"/>
        </pc:sldMkLst>
        <pc:spChg chg="mod">
          <ac:chgData name="deer man" userId="5df8f941c66563e5" providerId="LiveId" clId="{D5483A8E-E20A-42B3-8710-4AD02E0C56EE}" dt="2026-10-09T18:54:57.948" v="793" actId="404"/>
          <ac:spMkLst>
            <pc:docMk/>
            <pc:sldMk cId="597855250" sldId="269"/>
            <ac:spMk id="6" creationId="{BDF12860-B01F-308F-0D84-E2360BD07DE4}"/>
          </ac:spMkLst>
        </pc:spChg>
        <pc:spChg chg="mod">
          <ac:chgData name="deer man" userId="5df8f941c66563e5" providerId="LiveId" clId="{D5483A8E-E20A-42B3-8710-4AD02E0C56EE}" dt="2026-10-09T18:57:20.469" v="833" actId="113"/>
          <ac:spMkLst>
            <pc:docMk/>
            <pc:sldMk cId="597855250" sldId="269"/>
            <ac:spMk id="7" creationId="{35D567F7-9FD9-648B-A7B3-4D8FF10E2A0C}"/>
          </ac:spMkLst>
        </pc:spChg>
        <pc:picChg chg="add mod">
          <ac:chgData name="deer man" userId="5df8f941c66563e5" providerId="LiveId" clId="{D5483A8E-E20A-42B3-8710-4AD02E0C56EE}" dt="2026-10-09T19:15:06.184" v="971" actId="1076"/>
          <ac:picMkLst>
            <pc:docMk/>
            <pc:sldMk cId="597855250" sldId="269"/>
            <ac:picMk id="3" creationId="{9835594B-8FB2-BBC8-70BC-5EEA37B753F3}"/>
          </ac:picMkLst>
        </pc:picChg>
        <pc:picChg chg="mod">
          <ac:chgData name="deer man" userId="5df8f941c66563e5" providerId="LiveId" clId="{D5483A8E-E20A-42B3-8710-4AD02E0C56EE}" dt="2026-10-09T18:21:29.124" v="654" actId="14100"/>
          <ac:picMkLst>
            <pc:docMk/>
            <pc:sldMk cId="597855250" sldId="269"/>
            <ac:picMk id="19" creationId="{A00D3E37-FF62-288F-4A70-91254438E087}"/>
          </ac:picMkLst>
        </pc:picChg>
      </pc:sldChg>
      <pc:sldChg chg="modSp add mod">
        <pc:chgData name="deer man" userId="5df8f941c66563e5" providerId="LiveId" clId="{D5483A8E-E20A-42B3-8710-4AD02E0C56EE}" dt="2026-10-09T18:48:57.919" v="765" actId="27636"/>
        <pc:sldMkLst>
          <pc:docMk/>
          <pc:sldMk cId="2645376435" sldId="270"/>
        </pc:sldMkLst>
        <pc:spChg chg="mod">
          <ac:chgData name="deer man" userId="5df8f941c66563e5" providerId="LiveId" clId="{D5483A8E-E20A-42B3-8710-4AD02E0C56EE}" dt="2026-10-09T18:40:25.895" v="738" actId="403"/>
          <ac:spMkLst>
            <pc:docMk/>
            <pc:sldMk cId="2645376435" sldId="270"/>
            <ac:spMk id="6" creationId="{B6CE8470-A17C-4B4F-6E9C-37478FEE7919}"/>
          </ac:spMkLst>
        </pc:spChg>
        <pc:spChg chg="mod">
          <ac:chgData name="deer man" userId="5df8f941c66563e5" providerId="LiveId" clId="{D5483A8E-E20A-42B3-8710-4AD02E0C56EE}" dt="2026-10-09T18:48:57.919" v="765" actId="27636"/>
          <ac:spMkLst>
            <pc:docMk/>
            <pc:sldMk cId="2645376435" sldId="270"/>
            <ac:spMk id="7" creationId="{1453822D-E245-DE08-8C26-B243372EA63B}"/>
          </ac:spMkLst>
        </pc:spChg>
      </pc:sldChg>
      <pc:sldChg chg="addSp modSp add mod">
        <pc:chgData name="deer man" userId="5df8f941c66563e5" providerId="LiveId" clId="{D5483A8E-E20A-42B3-8710-4AD02E0C56EE}" dt="2026-10-09T19:25:20.376" v="1088" actId="207"/>
        <pc:sldMkLst>
          <pc:docMk/>
          <pc:sldMk cId="743382964" sldId="271"/>
        </pc:sldMkLst>
        <pc:spChg chg="mod">
          <ac:chgData name="deer man" userId="5df8f941c66563e5" providerId="LiveId" clId="{D5483A8E-E20A-42B3-8710-4AD02E0C56EE}" dt="2026-10-09T19:25:20.376" v="1088" actId="207"/>
          <ac:spMkLst>
            <pc:docMk/>
            <pc:sldMk cId="743382964" sldId="271"/>
            <ac:spMk id="6" creationId="{E8F08FCF-EC13-6039-60CC-A99C69A931D2}"/>
          </ac:spMkLst>
        </pc:spChg>
        <pc:spChg chg="mod">
          <ac:chgData name="deer man" userId="5df8f941c66563e5" providerId="LiveId" clId="{D5483A8E-E20A-42B3-8710-4AD02E0C56EE}" dt="2026-10-09T19:13:51.296" v="959" actId="27636"/>
          <ac:spMkLst>
            <pc:docMk/>
            <pc:sldMk cId="743382964" sldId="271"/>
            <ac:spMk id="7" creationId="{3DF26E35-011E-1702-503E-19CB9A6B5C50}"/>
          </ac:spMkLst>
        </pc:spChg>
        <pc:picChg chg="add mod">
          <ac:chgData name="deer man" userId="5df8f941c66563e5" providerId="LiveId" clId="{D5483A8E-E20A-42B3-8710-4AD02E0C56EE}" dt="2026-10-09T19:14:08.534" v="963" actId="1076"/>
          <ac:picMkLst>
            <pc:docMk/>
            <pc:sldMk cId="743382964" sldId="271"/>
            <ac:picMk id="3" creationId="{E8332F02-5E7D-5EE5-1C01-21859063BD05}"/>
          </ac:picMkLst>
        </pc:picChg>
        <pc:picChg chg="add mod">
          <ac:chgData name="deer man" userId="5df8f941c66563e5" providerId="LiveId" clId="{D5483A8E-E20A-42B3-8710-4AD02E0C56EE}" dt="2026-10-09T19:18:16.758" v="1001" actId="1076"/>
          <ac:picMkLst>
            <pc:docMk/>
            <pc:sldMk cId="743382964" sldId="271"/>
            <ac:picMk id="5" creationId="{521B9AE3-23C7-850E-561D-23C717062BC5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9" creationId="{DAA24B7C-7256-682A-37AD-E4A8EAB1A1FA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1" creationId="{BE041738-FE0B-C33F-D460-19E85A9A6768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3" creationId="{EB41A54B-84AA-9511-A8E2-2EE5EBA7E973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7" creationId="{1B322771-FFD9-895A-24DD-2BA5082557A2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9" creationId="{291FE893-82A3-2009-B276-4E77D880A096}"/>
          </ac:picMkLst>
        </pc:picChg>
      </pc:sldChg>
      <pc:sldChg chg="addSp delSp modSp new del mod">
        <pc:chgData name="deer man" userId="5df8f941c66563e5" providerId="LiveId" clId="{D5483A8E-E20A-42B3-8710-4AD02E0C56EE}" dt="2026-10-09T19:18:32.406" v="1002" actId="47"/>
        <pc:sldMkLst>
          <pc:docMk/>
          <pc:sldMk cId="3106187590" sldId="272"/>
        </pc:sldMkLst>
        <pc:spChg chg="mod">
          <ac:chgData name="deer man" userId="5df8f941c66563e5" providerId="LiveId" clId="{D5483A8E-E20A-42B3-8710-4AD02E0C56EE}" dt="2026-10-09T19:13:31.393" v="951" actId="20577"/>
          <ac:spMkLst>
            <pc:docMk/>
            <pc:sldMk cId="3106187590" sldId="272"/>
            <ac:spMk id="2" creationId="{1930D3FB-F560-B5B1-E14C-652AF01AC8C8}"/>
          </ac:spMkLst>
        </pc:spChg>
        <pc:spChg chg="mod">
          <ac:chgData name="deer man" userId="5df8f941c66563e5" providerId="LiveId" clId="{D5483A8E-E20A-42B3-8710-4AD02E0C56EE}" dt="2026-10-09T19:10:14.134" v="904" actId="27636"/>
          <ac:spMkLst>
            <pc:docMk/>
            <pc:sldMk cId="3106187590" sldId="272"/>
            <ac:spMk id="3" creationId="{36B5E32D-729D-BFC3-0214-145FA6ADED77}"/>
          </ac:spMkLst>
        </pc:spChg>
        <pc:picChg chg="add del mod modCrop">
          <ac:chgData name="deer man" userId="5df8f941c66563e5" providerId="LiveId" clId="{D5483A8E-E20A-42B3-8710-4AD02E0C56EE}" dt="2026-10-09T19:14:57.536" v="969" actId="1076"/>
          <ac:picMkLst>
            <pc:docMk/>
            <pc:sldMk cId="3106187590" sldId="272"/>
            <ac:picMk id="5" creationId="{93AFBD65-F739-E11E-63D2-24ACB13F887D}"/>
          </ac:picMkLst>
        </pc:picChg>
        <pc:picChg chg="add mod modCrop">
          <ac:chgData name="deer man" userId="5df8f941c66563e5" providerId="LiveId" clId="{D5483A8E-E20A-42B3-8710-4AD02E0C56EE}" dt="2026-10-09T19:16:36.100" v="992" actId="1076"/>
          <ac:picMkLst>
            <pc:docMk/>
            <pc:sldMk cId="3106187590" sldId="272"/>
            <ac:picMk id="7" creationId="{4F3EFAAD-02D4-C480-6E4D-35E07D9BD566}"/>
          </ac:picMkLst>
        </pc:picChg>
      </pc:sldChg>
      <pc:sldChg chg="new del">
        <pc:chgData name="deer man" userId="5df8f941c66563e5" providerId="LiveId" clId="{D5483A8E-E20A-42B3-8710-4AD02E0C56EE}" dt="2026-10-09T19:23:09.380" v="1073" actId="47"/>
        <pc:sldMkLst>
          <pc:docMk/>
          <pc:sldMk cId="2228489831" sldId="273"/>
        </pc:sldMkLst>
      </pc:sldChg>
      <pc:sldChg chg="addSp delSp modSp add mod">
        <pc:chgData name="deer man" userId="5df8f941c66563e5" providerId="LiveId" clId="{D5483A8E-E20A-42B3-8710-4AD02E0C56EE}" dt="2026-10-09T19:29:23.539" v="1099" actId="478"/>
        <pc:sldMkLst>
          <pc:docMk/>
          <pc:sldMk cId="2826392250" sldId="274"/>
        </pc:sldMkLst>
        <pc:spChg chg="mod">
          <ac:chgData name="deer man" userId="5df8f941c66563e5" providerId="LiveId" clId="{D5483A8E-E20A-42B3-8710-4AD02E0C56EE}" dt="2026-10-09T19:25:13.306" v="1087" actId="207"/>
          <ac:spMkLst>
            <pc:docMk/>
            <pc:sldMk cId="2826392250" sldId="274"/>
            <ac:spMk id="6" creationId="{0ED2BFBA-B6BC-1370-191E-03C0536690CC}"/>
          </ac:spMkLst>
        </pc:spChg>
        <pc:spChg chg="mod">
          <ac:chgData name="deer man" userId="5df8f941c66563e5" providerId="LiveId" clId="{D5483A8E-E20A-42B3-8710-4AD02E0C56EE}" dt="2026-10-09T19:17:13.375" v="995" actId="27636"/>
          <ac:spMkLst>
            <pc:docMk/>
            <pc:sldMk cId="2826392250" sldId="274"/>
            <ac:spMk id="7" creationId="{F7624439-772E-396F-E368-1BD18DCDBB48}"/>
          </ac:spMkLst>
        </pc:spChg>
        <pc:picChg chg="mod">
          <ac:chgData name="deer man" userId="5df8f941c66563e5" providerId="LiveId" clId="{D5483A8E-E20A-42B3-8710-4AD02E0C56EE}" dt="2026-10-09T19:19:00.250" v="1004" actId="1076"/>
          <ac:picMkLst>
            <pc:docMk/>
            <pc:sldMk cId="2826392250" sldId="274"/>
            <ac:picMk id="3" creationId="{24503508-76CE-CC8E-29C6-6B8AA860CBD7}"/>
          </ac:picMkLst>
        </pc:picChg>
        <pc:picChg chg="add mod">
          <ac:chgData name="deer man" userId="5df8f941c66563e5" providerId="LiveId" clId="{D5483A8E-E20A-42B3-8710-4AD02E0C56EE}" dt="2026-10-09T19:17:55.160" v="999" actId="1076"/>
          <ac:picMkLst>
            <pc:docMk/>
            <pc:sldMk cId="2826392250" sldId="274"/>
            <ac:picMk id="4" creationId="{D027C1DF-F1D1-A433-D681-7A3A389CD17F}"/>
          </ac:picMkLst>
        </pc:picChg>
        <pc:picChg chg="add mod">
          <ac:chgData name="deer man" userId="5df8f941c66563e5" providerId="LiveId" clId="{D5483A8E-E20A-42B3-8710-4AD02E0C56EE}" dt="2026-10-09T19:25:43.853" v="1090" actId="1076"/>
          <ac:picMkLst>
            <pc:docMk/>
            <pc:sldMk cId="2826392250" sldId="274"/>
            <ac:picMk id="8" creationId="{6CD2C2C0-5312-9BCF-470E-EE785F99D8F2}"/>
          </ac:picMkLst>
        </pc:picChg>
        <pc:picChg chg="del">
          <ac:chgData name="deer man" userId="5df8f941c66563e5" providerId="LiveId" clId="{D5483A8E-E20A-42B3-8710-4AD02E0C56EE}" dt="2026-10-09T19:29:23.539" v="1099" actId="478"/>
          <ac:picMkLst>
            <pc:docMk/>
            <pc:sldMk cId="2826392250" sldId="274"/>
            <ac:picMk id="9" creationId="{DC32E613-160C-6BF6-5E09-42B016D90107}"/>
          </ac:picMkLst>
        </pc:picChg>
        <pc:picChg chg="del">
          <ac:chgData name="deer man" userId="5df8f941c66563e5" providerId="LiveId" clId="{D5483A8E-E20A-42B3-8710-4AD02E0C56EE}" dt="2026-10-09T19:29:23.539" v="1099" actId="478"/>
          <ac:picMkLst>
            <pc:docMk/>
            <pc:sldMk cId="2826392250" sldId="274"/>
            <ac:picMk id="11" creationId="{B832266D-760A-44CA-66B7-D50D97CF61D2}"/>
          </ac:picMkLst>
        </pc:picChg>
        <pc:picChg chg="del">
          <ac:chgData name="deer man" userId="5df8f941c66563e5" providerId="LiveId" clId="{D5483A8E-E20A-42B3-8710-4AD02E0C56EE}" dt="2026-10-09T19:29:23.539" v="1099" actId="478"/>
          <ac:picMkLst>
            <pc:docMk/>
            <pc:sldMk cId="2826392250" sldId="274"/>
            <ac:picMk id="13" creationId="{AFC9E0C0-E1BD-E294-5EB2-C865258EB099}"/>
          </ac:picMkLst>
        </pc:picChg>
        <pc:picChg chg="del">
          <ac:chgData name="deer man" userId="5df8f941c66563e5" providerId="LiveId" clId="{D5483A8E-E20A-42B3-8710-4AD02E0C56EE}" dt="2026-10-09T19:29:23.539" v="1099" actId="478"/>
          <ac:picMkLst>
            <pc:docMk/>
            <pc:sldMk cId="2826392250" sldId="274"/>
            <ac:picMk id="17" creationId="{A1B6F84E-FECA-CBE0-0676-D977C987371D}"/>
          </ac:picMkLst>
        </pc:picChg>
        <pc:picChg chg="del">
          <ac:chgData name="deer man" userId="5df8f941c66563e5" providerId="LiveId" clId="{D5483A8E-E20A-42B3-8710-4AD02E0C56EE}" dt="2026-10-09T19:29:23.539" v="1099" actId="478"/>
          <ac:picMkLst>
            <pc:docMk/>
            <pc:sldMk cId="2826392250" sldId="274"/>
            <ac:picMk id="19" creationId="{2B6524AC-E6FE-EBC4-31F9-1FF47BC913E5}"/>
          </ac:picMkLst>
        </pc:picChg>
      </pc:sldChg>
      <pc:sldChg chg="addSp delSp modSp add mod">
        <pc:chgData name="deer man" userId="5df8f941c66563e5" providerId="LiveId" clId="{D5483A8E-E20A-42B3-8710-4AD02E0C56EE}" dt="2026-10-09T19:29:28.432" v="1100" actId="478"/>
        <pc:sldMkLst>
          <pc:docMk/>
          <pc:sldMk cId="416467845" sldId="275"/>
        </pc:sldMkLst>
        <pc:spChg chg="add del mod">
          <ac:chgData name="deer man" userId="5df8f941c66563e5" providerId="LiveId" clId="{D5483A8E-E20A-42B3-8710-4AD02E0C56EE}" dt="2026-10-09T19:20:00.940" v="1008" actId="478"/>
          <ac:spMkLst>
            <pc:docMk/>
            <pc:sldMk cId="416467845" sldId="275"/>
            <ac:spMk id="5" creationId="{3A4A5FAC-7080-53C6-0ED0-39FB252B10C9}"/>
          </ac:spMkLst>
        </pc:spChg>
        <pc:spChg chg="mod">
          <ac:chgData name="deer man" userId="5df8f941c66563e5" providerId="LiveId" clId="{D5483A8E-E20A-42B3-8710-4AD02E0C56EE}" dt="2026-10-09T19:23:06.918" v="1072" actId="1076"/>
          <ac:spMkLst>
            <pc:docMk/>
            <pc:sldMk cId="416467845" sldId="275"/>
            <ac:spMk id="6" creationId="{535D03F2-0ABB-A0DB-FEF8-4BFE1C46BC20}"/>
          </ac:spMkLst>
        </pc:spChg>
        <pc:spChg chg="del mod">
          <ac:chgData name="deer man" userId="5df8f941c66563e5" providerId="LiveId" clId="{D5483A8E-E20A-42B3-8710-4AD02E0C56EE}" dt="2026-10-09T19:19:58.311" v="1007" actId="478"/>
          <ac:spMkLst>
            <pc:docMk/>
            <pc:sldMk cId="416467845" sldId="275"/>
            <ac:spMk id="7" creationId="{0EA83285-3EAA-7858-147D-D47381E32ECD}"/>
          </ac:spMkLst>
        </pc:spChg>
        <pc:picChg chg="del">
          <ac:chgData name="deer man" userId="5df8f941c66563e5" providerId="LiveId" clId="{D5483A8E-E20A-42B3-8710-4AD02E0C56EE}" dt="2026-10-09T19:20:34.447" v="1032" actId="478"/>
          <ac:picMkLst>
            <pc:docMk/>
            <pc:sldMk cId="416467845" sldId="275"/>
            <ac:picMk id="3" creationId="{BAF9C80B-A15D-7F1F-9D78-7E16193A9642}"/>
          </ac:picMkLst>
        </pc:picChg>
        <pc:picChg chg="mod">
          <ac:chgData name="deer man" userId="5df8f941c66563e5" providerId="LiveId" clId="{D5483A8E-E20A-42B3-8710-4AD02E0C56EE}" dt="2026-10-09T19:20:37.632" v="1033" actId="1076"/>
          <ac:picMkLst>
            <pc:docMk/>
            <pc:sldMk cId="416467845" sldId="275"/>
            <ac:picMk id="4" creationId="{A2B47F17-07DA-4A60-697C-A37850367425}"/>
          </ac:picMkLst>
        </pc:picChg>
        <pc:picChg chg="del">
          <ac:chgData name="deer man" userId="5df8f941c66563e5" providerId="LiveId" clId="{D5483A8E-E20A-42B3-8710-4AD02E0C56EE}" dt="2026-10-09T19:29:28.432" v="1100" actId="478"/>
          <ac:picMkLst>
            <pc:docMk/>
            <pc:sldMk cId="416467845" sldId="275"/>
            <ac:picMk id="9" creationId="{BA5FC1E5-BAEF-B70D-D129-725861096528}"/>
          </ac:picMkLst>
        </pc:picChg>
        <pc:picChg chg="add mod modCrop">
          <ac:chgData name="deer man" userId="5df8f941c66563e5" providerId="LiveId" clId="{D5483A8E-E20A-42B3-8710-4AD02E0C56EE}" dt="2026-10-09T19:25:56.205" v="1092" actId="1076"/>
          <ac:picMkLst>
            <pc:docMk/>
            <pc:sldMk cId="416467845" sldId="275"/>
            <ac:picMk id="10" creationId="{3D718006-35EB-3F60-9A02-1BC468FA547F}"/>
          </ac:picMkLst>
        </pc:picChg>
        <pc:picChg chg="del">
          <ac:chgData name="deer man" userId="5df8f941c66563e5" providerId="LiveId" clId="{D5483A8E-E20A-42B3-8710-4AD02E0C56EE}" dt="2026-10-09T19:29:28.432" v="1100" actId="478"/>
          <ac:picMkLst>
            <pc:docMk/>
            <pc:sldMk cId="416467845" sldId="275"/>
            <ac:picMk id="11" creationId="{309CBCC1-1598-2D9E-6AFE-DFDF0C1A11ED}"/>
          </ac:picMkLst>
        </pc:picChg>
        <pc:picChg chg="del">
          <ac:chgData name="deer man" userId="5df8f941c66563e5" providerId="LiveId" clId="{D5483A8E-E20A-42B3-8710-4AD02E0C56EE}" dt="2026-10-09T19:29:28.432" v="1100" actId="478"/>
          <ac:picMkLst>
            <pc:docMk/>
            <pc:sldMk cId="416467845" sldId="275"/>
            <ac:picMk id="13" creationId="{5FDDF73E-554E-C16D-7910-BF3EB6AB2C8B}"/>
          </ac:picMkLst>
        </pc:picChg>
        <pc:picChg chg="del">
          <ac:chgData name="deer man" userId="5df8f941c66563e5" providerId="LiveId" clId="{D5483A8E-E20A-42B3-8710-4AD02E0C56EE}" dt="2026-10-09T19:29:28.432" v="1100" actId="478"/>
          <ac:picMkLst>
            <pc:docMk/>
            <pc:sldMk cId="416467845" sldId="275"/>
            <ac:picMk id="17" creationId="{D3BDF53E-18A8-ADD7-B08A-57EC511A04FE}"/>
          </ac:picMkLst>
        </pc:picChg>
        <pc:picChg chg="del">
          <ac:chgData name="deer man" userId="5df8f941c66563e5" providerId="LiveId" clId="{D5483A8E-E20A-42B3-8710-4AD02E0C56EE}" dt="2026-10-09T19:29:28.432" v="1100" actId="478"/>
          <ac:picMkLst>
            <pc:docMk/>
            <pc:sldMk cId="416467845" sldId="275"/>
            <ac:picMk id="19" creationId="{AA1BA428-9BA7-780C-BC5D-A749DFAC744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51484-FDDF-4F3D-8708-5F49B26AE061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66A1D-A6DC-4B8B-B167-1BB42358A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4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66A1D-A6DC-4B8B-B167-1BB42358AF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5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B1E0-BA48-83AC-316E-0EF4E5047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7AA34-7AC9-0D4B-25E8-EAA899CEA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E74F2-73B2-3B6C-6C7C-4E43F524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95313-DED3-B019-3112-1437B20F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96ED-8B2B-9047-3DE9-CA54353E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4780-FE23-6003-54DB-67196371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4AAE1-A4E5-4000-E18A-2759DE8CD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A95A8-D008-E4C9-8BF5-D19644FE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4B3C-CF48-C30C-32F0-E25363ED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0BF5-C74B-37A3-5E29-E9F47338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6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9583-2EF5-2F39-898F-D86C4B69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17866-E404-3DCF-D0D3-24E26E5E6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37FB-F732-51A9-5DF0-FFB76855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98BB-AB74-39E3-CE87-19B59F36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FFBF0-983D-14C4-4EE6-DA75DF20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2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FB3E-461A-8D91-D889-6C6B3224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8F62C-7CAE-6FB4-34E6-5D1352E24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13B47-6F12-CFF7-B124-95F9C9108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B0B2B-231A-5022-CC87-80E72B45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81E45-5B33-B971-F4A7-1A7EA66C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F59C6-0C89-239A-B00C-D926CC19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2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C8F6-9929-B391-F541-771C2AB9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A8B49-40A4-1BE1-E45D-141EE3BD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A25E-D4E2-A54A-35D0-4EF0C116B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8CE7C-9EFE-2B36-CA11-0AF89E46D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BC597-78ED-704A-182F-D0BA8E9B1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7AAF0-D601-C225-CE6F-0D18787F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603BB-8E89-1D91-E79A-60DC522F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351AC-BE7B-EEEF-FBBC-8FAF9DB1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7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E114-C040-9EF2-B892-74B0C35C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3A769-1FF3-34A7-CF21-FC1C2BEC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F4FA7-1437-915A-7D81-05358D16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C54DF-ECBC-6A92-6796-36A92C1A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DE24-C386-F801-273C-AAB2546F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8CE54-89D6-420A-CDCB-5A3926E3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439E-6A1C-D189-C492-016E9338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E3C7-E58B-BBEA-327C-BE5B9054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E3429-57B6-2A05-AC53-ABD021FAA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A1A23-56E6-F226-F618-2E9B8C036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2BF3C-3919-9B1B-70BE-73127EB6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99AC1-4302-2AA9-00C1-83EC9C49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25E20-06FC-6EC9-897D-06835C10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ED69-10FC-F26F-7F14-6830DD5D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3D628-46C0-F1D9-7382-8D60A4E3C30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20B29-31B6-545B-D383-ABF4620E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83A16-4A1B-B7B0-F45E-A8630459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45D4-A3EF-6C61-C5E3-F22F0047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451B-A1F2-4077-64DC-53D7E875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4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8324-7128-8CFE-9762-3889BDC1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A39D7-F7BD-6A38-7F6C-A6C161E90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27388-D4C4-DDCA-6EC5-4369A846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87FE-E6E7-1D02-09B5-85381CEF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809C-70D0-A4D9-D21D-5B41A364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ABFFA-F9B1-93D3-4961-9995A2A4A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59007-C8F3-FDE0-2F4A-1608C014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41132-A7A9-261D-D2F5-0EF2A078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F676A-EBF1-8B15-EB92-D61CF822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B741-C639-ED04-CA13-9E398AD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3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9FDD9-9828-6513-75DE-78AA86CE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CFE1-6561-D84A-6B52-26C32372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43691-372B-FF0C-3FCE-F28BE8613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A3D55-2713-491A-A8A9-85FB03A7CEF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97408-0599-B248-81E0-7C1DCB167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64D92-97B0-CF7D-2C97-1DB8600C3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9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0C9CA-3108-2FEE-72C9-02122CD00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920"/>
            <a:ext cx="9768840" cy="190499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1418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Evolution of Handwritten Digit Recognition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A53D15-4DA0-960C-3830-64375AC7C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4919"/>
            <a:ext cx="9144000" cy="12581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Wael Gazelle</a:t>
            </a:r>
          </a:p>
          <a:p>
            <a:r>
              <a:rPr lang="en-US" dirty="0"/>
              <a:t>INRTU</a:t>
            </a:r>
          </a:p>
          <a:p>
            <a:r>
              <a:rPr lang="en-US" dirty="0"/>
              <a:t>AIB-24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48C18-357D-BDC1-7A9D-9F7C41689C8D}"/>
              </a:ext>
            </a:extLst>
          </p:cNvPr>
          <p:cNvSpPr/>
          <p:nvPr/>
        </p:nvSpPr>
        <p:spPr>
          <a:xfrm>
            <a:off x="-2651760" y="1009783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1E71D-2A15-2ECB-9CF0-6BB239392B67}"/>
              </a:ext>
            </a:extLst>
          </p:cNvPr>
          <p:cNvSpPr/>
          <p:nvPr/>
        </p:nvSpPr>
        <p:spPr>
          <a:xfrm>
            <a:off x="-2240280" y="5439773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76E0AB2-A100-DF53-38F7-BC1462D3CFB6}"/>
              </a:ext>
            </a:extLst>
          </p:cNvPr>
          <p:cNvSpPr/>
          <p:nvPr/>
        </p:nvSpPr>
        <p:spPr>
          <a:xfrm>
            <a:off x="10115334" y="-48491"/>
            <a:ext cx="415333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DC41374-D614-FECA-6C5F-20F23F7B0948}"/>
              </a:ext>
            </a:extLst>
          </p:cNvPr>
          <p:cNvSpPr/>
          <p:nvPr/>
        </p:nvSpPr>
        <p:spPr>
          <a:xfrm rot="10800000">
            <a:off x="-2076666" y="-48491"/>
            <a:ext cx="415333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9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3562-4533-E6B7-04A8-51E63B77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85AE3B-6DAA-6D67-54B6-A2CB16963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580" y="766113"/>
            <a:ext cx="9172022" cy="54569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1418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Was Handwriting Difficult for Computers?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7BB10D-C55D-47A8-6E93-59D213C03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950" y="1659327"/>
            <a:ext cx="4127020" cy="4432560"/>
          </a:xfrm>
        </p:spPr>
        <p:txBody>
          <a:bodyPr>
            <a:normAutofit fontScale="92500" lnSpcReduction="20000"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Different people write the same digit differently.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Digits can be ambiguous: 3 vs. 8.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Handwriting varies in size, slant, shape, and position.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Systems often struggled with handwriting they had not seen before.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C7774B-9CB6-6E00-7A0F-8B825DBDB62F}"/>
              </a:ext>
            </a:extLst>
          </p:cNvPr>
          <p:cNvSpPr/>
          <p:nvPr/>
        </p:nvSpPr>
        <p:spPr>
          <a:xfrm>
            <a:off x="-2651760" y="-71437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DF10B-DA34-0461-0D03-AB532CEC9436}"/>
              </a:ext>
            </a:extLst>
          </p:cNvPr>
          <p:cNvSpPr/>
          <p:nvPr/>
        </p:nvSpPr>
        <p:spPr>
          <a:xfrm>
            <a:off x="-2339340" y="6619398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2527767-329F-4533-1877-8A784C4AFBFD}"/>
              </a:ext>
            </a:extLst>
          </p:cNvPr>
          <p:cNvSpPr/>
          <p:nvPr/>
        </p:nvSpPr>
        <p:spPr>
          <a:xfrm>
            <a:off x="11292839" y="-73561"/>
            <a:ext cx="191104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C45FEF-1845-5188-DDB2-8699326640C2}"/>
              </a:ext>
            </a:extLst>
          </p:cNvPr>
          <p:cNvSpPr/>
          <p:nvPr/>
        </p:nvSpPr>
        <p:spPr>
          <a:xfrm rot="10800000">
            <a:off x="-1021782" y="-48491"/>
            <a:ext cx="1911039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8FB69-8C27-53B3-1585-F9B7D03E6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6" y="1659327"/>
            <a:ext cx="2912946" cy="45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97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62ED-ABA3-2DD5-7DD5-25C7836D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F7D801-400A-D2AE-40C0-9F619577FB7D}"/>
              </a:ext>
            </a:extLst>
          </p:cNvPr>
          <p:cNvSpPr/>
          <p:nvPr/>
        </p:nvSpPr>
        <p:spPr>
          <a:xfrm>
            <a:off x="-2651760" y="-71437"/>
            <a:ext cx="17495520" cy="150399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96BDC8-58BA-E55A-278C-56CF72651062}"/>
              </a:ext>
            </a:extLst>
          </p:cNvPr>
          <p:cNvSpPr/>
          <p:nvPr/>
        </p:nvSpPr>
        <p:spPr>
          <a:xfrm>
            <a:off x="-2339340" y="1547884"/>
            <a:ext cx="17495520" cy="536647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B9345A-AA4A-0F97-55A2-66896CBD2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580" y="766113"/>
            <a:ext cx="9745980" cy="545695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</a:rPr>
              <a:t>What Were the Old Solutions?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62962A-30EC-FD36-943B-A739646F4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950" y="1659327"/>
            <a:ext cx="4127020" cy="443256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600" b="1" dirty="0">
                <a:solidFill>
                  <a:schemeClr val="bg1"/>
                </a:solidFill>
                <a:highlight>
                  <a:srgbClr val="808080"/>
                </a:highlight>
              </a:rPr>
              <a:t>Manual reading: 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People read and sort handwritten mail.</a:t>
            </a:r>
          </a:p>
          <a:p>
            <a:pPr algn="l"/>
            <a:r>
              <a:rPr lang="en-US" sz="2600" b="1" dirty="0">
                <a:solidFill>
                  <a:schemeClr val="bg1"/>
                </a:solidFill>
                <a:highlight>
                  <a:srgbClr val="808080"/>
                </a:highlight>
              </a:rPr>
              <a:t>Rule-based systems: </a:t>
            </a:r>
            <a:r>
              <a:rPr lang="en-US" b="1" dirty="0">
                <a:solidFill>
                  <a:schemeClr val="bg1"/>
                </a:solidFill>
              </a:rPr>
              <a:t>Programmers created rules based on strokes, loops, and character shapes.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Template matching: </a:t>
            </a:r>
            <a:r>
              <a:rPr lang="en-US" b="1" dirty="0">
                <a:solidFill>
                  <a:schemeClr val="bg1"/>
                </a:solidFill>
              </a:rPr>
              <a:t>Computers compared new characters with stored examples.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Feature-based classification: </a:t>
            </a:r>
            <a:r>
              <a:rPr lang="en-US" b="1" dirty="0">
                <a:solidFill>
                  <a:schemeClr val="bg1"/>
                </a:solidFill>
              </a:rPr>
              <a:t>Systems used manually designed measurements to classify characters.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C2B376E-BDEA-5913-BAD3-47DCBA8B2BC4}"/>
              </a:ext>
            </a:extLst>
          </p:cNvPr>
          <p:cNvSpPr/>
          <p:nvPr/>
        </p:nvSpPr>
        <p:spPr>
          <a:xfrm rot="10800000">
            <a:off x="-3545599" y="0"/>
            <a:ext cx="1911041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7DF00B9-D88F-EBBF-5616-E29DF2DF0483}"/>
              </a:ext>
            </a:extLst>
          </p:cNvPr>
          <p:cNvSpPr/>
          <p:nvPr/>
        </p:nvSpPr>
        <p:spPr>
          <a:xfrm>
            <a:off x="7967637" y="-4922520"/>
            <a:ext cx="10690723" cy="11780520"/>
          </a:xfrm>
          <a:prstGeom prst="triangle">
            <a:avLst>
              <a:gd name="adj" fmla="val 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5EA49F-0C60-74C0-12A2-BE260A29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81"/>
          <a:stretch>
            <a:fillRect/>
          </a:stretch>
        </p:blipFill>
        <p:spPr>
          <a:xfrm>
            <a:off x="5439508" y="1532975"/>
            <a:ext cx="4944094" cy="47506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7C7A4A-3752-1E3E-B3DB-A9A5F6912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412929" y="-16374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027F7F-F087-BEE8-65C7-E2008259F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51915" y="-124502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492674-DC1C-E65B-950F-A0EC7140E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939974" y="-130018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117724F-1044-35BA-7870-50B31639F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932202" y="-135533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40601E-B5E3-CDAC-45F1-1A8EA69FAF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787606" y="-124502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9235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7FBE74-60F6-A4CE-5AE6-9E9FAB9A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20" y="1779905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3597CD-55DB-1A93-48FA-F4DCC7494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9560" y="-190726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9962C7-2898-0BAA-AFFC-0C6FC5864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54" y="-151488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536EE-50FF-7D42-C3D9-391329011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395" y="-157004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FBDC52-A4CA-9D0C-AA96-2E6AB3B65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67" y="-162519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466F5D-B2E6-BCF3-7649-0A0192522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763" y="-151488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5549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F728-5669-6ADA-3E6C-34741BC0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E13915-BE34-AB31-A7D9-7365A318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35" y="1341121"/>
            <a:ext cx="4955069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1957 — The Perceptron (paper / archive search):</a:t>
            </a:r>
          </a:p>
          <a:p>
            <a:pPr marL="0" indent="0">
              <a:buNone/>
            </a:pPr>
            <a:r>
              <a:rPr lang="en-US" b="1" dirty="0"/>
              <a:t>The Perceptron: </a:t>
            </a:r>
            <a:r>
              <a:rPr lang="en-US" dirty="0"/>
              <a:t>A Perceiving and Recognizing Automaton. Early work on trainable pattern recognition.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7C9FF3-CEBA-68C5-4BB5-91ECD1E8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043" y="-67787"/>
            <a:ext cx="4955069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8A8DFC-21BA-DAAA-C55F-0F781D430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111" y="-108366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508039-F82F-F353-0DB5-0A5CDEDF9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051" y="-67737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1EAC41-F065-E446-439E-8CF78B28E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610DA9-0AF4-521A-EFA4-42D1105D3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B062C-3F9B-2B11-F672-9D5F577A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341664" cy="73215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Historical</a:t>
            </a:r>
            <a:r>
              <a:rPr lang="en-US" sz="3200" b="1" dirty="0"/>
              <a:t> </a:t>
            </a:r>
            <a:r>
              <a:rPr lang="en-US" sz="3600" b="1" dirty="0"/>
              <a:t>Background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53020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B95E-04D4-12E1-3099-792146BA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5506C4-00BC-7687-FFF3-FBDD4656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341121"/>
            <a:ext cx="4866640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1969 — </a:t>
            </a:r>
            <a:r>
              <a:rPr lang="en-US" b="1" dirty="0" err="1">
                <a:solidFill>
                  <a:srgbClr val="C00000"/>
                </a:solidFill>
              </a:rPr>
              <a:t>Perceptrons</a:t>
            </a:r>
            <a:r>
              <a:rPr lang="en-US" b="1" dirty="0">
                <a:solidFill>
                  <a:srgbClr val="C00000"/>
                </a:solidFill>
              </a:rPr>
              <a:t> (book / archive search):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dirty="0"/>
              <a:t>An influential analysis of the limitations of simple </a:t>
            </a:r>
            <a:r>
              <a:rPr lang="en-US" dirty="0" err="1"/>
              <a:t>perceptrons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AD52-FCED-C278-F882-D5964F2C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A22B8B-1D03-F501-2E87-E518DDC24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768" y="-88077"/>
            <a:ext cx="5260416" cy="6946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9DB389-C7E4-EE71-8022-9F86E5440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051" y="-67737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A710C0-B0B3-6191-8973-2DCF10BC5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134448-62D4-9FA2-49BA-00B3446DF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5DB7E9-9747-A19E-6014-F3C9AFB3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290864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Historical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2857129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7875-672D-8E82-7BD8-AD0FEC7E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6D8F37-CB66-3338-865F-CB724ED7B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19" y="1341121"/>
            <a:ext cx="4921711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1986 — Learning Representations by Back-Propagating Errors.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dirty="0"/>
              <a:t>Helped popularize backpropagation for training multilayer neural networks.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6E7807-06DC-A656-31AE-D81DD3A06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162EF9-AFA6-B210-5C3E-D448B5D7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7E32D6-EB66-8B8C-B3E0-800A0D820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7035C4-FCD2-B38A-2E0C-DC2F68CDC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C7EB0B-F4CA-E78E-C656-6BC4C9E58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9CF4D91-5623-356F-8A38-B58584D1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422944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Historical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3436127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0D13-0334-52DE-6DA4-97C5F4CF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DF033-56C2-AD6E-A3FA-EC24DAC0B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19" y="1341121"/>
            <a:ext cx="5354079" cy="4632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Authors: </a:t>
            </a:r>
            <a:r>
              <a:rPr lang="en-US" sz="1800" dirty="0"/>
              <a:t>Yann LeCun, Bernhard Boser, John Denker, Don Henderson, Richard Howard, Wayne Hubbard, and Lawrence Jackel.</a:t>
            </a:r>
          </a:p>
          <a:p>
            <a:pPr marL="0" indent="0">
              <a:buNone/>
            </a:pPr>
            <a:r>
              <a:rPr lang="en-US" sz="1800" b="1" dirty="0"/>
              <a:t>The problem: </a:t>
            </a:r>
            <a:r>
              <a:rPr lang="en-US" sz="1800" dirty="0"/>
              <a:t>The U.S. Postal Service needed computers to recognize handwritten ZIP-code digits accurately.</a:t>
            </a:r>
          </a:p>
          <a:p>
            <a:pPr marL="0" indent="0">
              <a:buNone/>
            </a:pPr>
            <a:r>
              <a:rPr lang="en-US" sz="1800" b="1" dirty="0"/>
              <a:t>What changed?</a:t>
            </a:r>
          </a:p>
          <a:p>
            <a:r>
              <a:rPr lang="en-US" sz="1800" dirty="0"/>
              <a:t>A neural network learned from labeled examples of handwritten digits.</a:t>
            </a:r>
          </a:p>
          <a:p>
            <a:r>
              <a:rPr lang="en-US" sz="1800" dirty="0"/>
              <a:t>The network received normalized character images and produced digit classifications.</a:t>
            </a:r>
          </a:p>
          <a:p>
            <a:r>
              <a:rPr lang="en-US" sz="1800" dirty="0"/>
              <a:t>Backpropagation adjusted the network's weights during training.</a:t>
            </a: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9CB15D-5A3D-E5BA-E2C9-5033783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C0792-CCDA-596E-F4EE-921BEABB2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1F4355-6A6C-9468-0EDF-5DC229B90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7CA692-33A5-20D2-DEA1-98CE0F67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D45AC6-A413-5EAE-9FED-6ECC82066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FECA6F-F525-35BB-E0D1-83B8B33E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453424" cy="7321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1969 — </a:t>
            </a:r>
            <a:r>
              <a:rPr lang="en-US" sz="3200" b="1" dirty="0" err="1">
                <a:solidFill>
                  <a:srgbClr val="C00000"/>
                </a:solidFill>
              </a:rPr>
              <a:t>Perceptrons</a:t>
            </a:r>
            <a:r>
              <a:rPr lang="en-US" sz="3200" b="1" dirty="0">
                <a:solidFill>
                  <a:srgbClr val="C00000"/>
                </a:solidFill>
              </a:rPr>
              <a:t> (book / archive search):</a:t>
            </a:r>
          </a:p>
        </p:txBody>
      </p:sp>
    </p:spTree>
    <p:extLst>
      <p:ext uri="{BB962C8B-B14F-4D97-AF65-F5344CB8AC3E}">
        <p14:creationId xmlns:p14="http://schemas.microsoft.com/office/powerpoint/2010/main" val="3046831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0B54-D713-60E7-01BD-18DBE46F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53822D-E245-DE08-8C26-B243372E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19" y="1341120"/>
            <a:ext cx="5092981" cy="5151755"/>
          </a:xfrm>
        </p:spPr>
        <p:txBody>
          <a:bodyPr>
            <a:normAutofit/>
          </a:bodyPr>
          <a:lstStyle/>
          <a:p>
            <a:r>
              <a:rPr lang="en-US" b="1" dirty="0"/>
              <a:t>1990 — Continued development: </a:t>
            </a:r>
            <a:r>
              <a:rPr lang="en-US" dirty="0"/>
              <a:t>LeCun and collaborators presented further work on handwritten ZIP-code recognition with multilayer networks. </a:t>
            </a:r>
          </a:p>
          <a:p>
            <a:r>
              <a:rPr lang="en-US" b="1" dirty="0"/>
              <a:t>LeNet development: </a:t>
            </a:r>
            <a:r>
              <a:rPr lang="en-US" dirty="0"/>
              <a:t>Successive convolution and subsampling layers learned increasingly useful visual features. These ideas led to the LeNet-5 architecture. </a:t>
            </a: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83686-602C-248E-1F78-6225C22F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B52175-CBAF-4AEA-BBD4-5DC936450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9B4459-E34F-8BDE-379E-D7D5B1BD8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385CC6-5B8B-5BB9-07E3-ABE374A97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E7BDCF-717A-A2B0-7E6A-1FB3497B6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CE8470-A17C-4B4F-6E9C-37478FEE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5456202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What Happened Between 1989 and 1998?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5376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52FD-4937-806B-E2E9-A418E089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D567F7-9FD9-648B-A7B3-4D8FF10E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20" y="1341121"/>
            <a:ext cx="5194674" cy="463296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Authors: </a:t>
            </a:r>
            <a:r>
              <a:rPr lang="en-US" sz="7200" dirty="0"/>
              <a:t>Yann LeCun, Léon </a:t>
            </a:r>
            <a:r>
              <a:rPr lang="en-US" sz="7200" dirty="0" err="1"/>
              <a:t>Bottou</a:t>
            </a:r>
            <a:r>
              <a:rPr lang="en-US" sz="7200" dirty="0"/>
              <a:t>, Yoshua Bengio, and Patrick Haffner.</a:t>
            </a:r>
          </a:p>
          <a:p>
            <a:pPr marL="0" indent="0">
              <a:buNone/>
            </a:pPr>
            <a:r>
              <a:rPr lang="en-US" sz="7200" b="1" dirty="0"/>
              <a:t>What did the paper contribute?</a:t>
            </a:r>
          </a:p>
          <a:p>
            <a:r>
              <a:rPr lang="en-US" sz="7200" b="1" dirty="0"/>
              <a:t>LeNet-5: </a:t>
            </a:r>
            <a:r>
              <a:rPr lang="en-US" sz="7200" dirty="0"/>
              <a:t>Presented a convolutional neural-network architecture using convolution, subsampling, and classification layers. </a:t>
            </a:r>
          </a:p>
          <a:p>
            <a:r>
              <a:rPr lang="en-US" sz="7200" b="1" dirty="0"/>
              <a:t>Learned visual features: </a:t>
            </a:r>
            <a:r>
              <a:rPr lang="en-US" sz="7200" dirty="0"/>
              <a:t>The network learned increasingly complex patterns from image data.</a:t>
            </a:r>
          </a:p>
          <a:p>
            <a:r>
              <a:rPr lang="en-US" sz="7200" b="1" dirty="0"/>
              <a:t>Graph Transformer Networks: </a:t>
            </a:r>
            <a:r>
              <a:rPr lang="en-US" sz="7200" dirty="0"/>
              <a:t>The paper described a way to connect multiple processing modules and train them toward an overall objective.</a:t>
            </a:r>
          </a:p>
          <a:p>
            <a:r>
              <a:rPr lang="en-US" sz="7200" b="1" dirty="0"/>
              <a:t>Integrated document recognition: </a:t>
            </a:r>
            <a:r>
              <a:rPr lang="en-US" sz="7200" dirty="0"/>
              <a:t>The approach connected visual recognition with other stages, including segmentation and contextual processing.</a:t>
            </a:r>
          </a:p>
          <a:p>
            <a:r>
              <a:rPr lang="en-US" sz="7200" b="1" dirty="0"/>
              <a:t>Practical application: </a:t>
            </a:r>
            <a:r>
              <a:rPr lang="en-US" sz="7200" dirty="0"/>
              <a:t>The paper described commercial bank-check reading systems operating at large scale.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0F825-3874-8BC9-2748-29A8226F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E7D09-991C-087B-8BEF-E7DD22795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8B4BF0-93BA-C1DA-21D9-832BF4EE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C51963-FB69-F307-FF83-1AF69A6CB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0D3E37-FF62-288F-4A70-91254438E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0"/>
            <a:ext cx="559977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DF12860-B01F-308F-0D84-E2360BD0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5" y="365125"/>
            <a:ext cx="5548220" cy="73215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Gradient-Based Learning Applied to Document Recognition(1998)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5594B-8FB2-BBC8-70BC-5EEA37B753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-3848666" y="319405"/>
            <a:ext cx="3669175" cy="583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9CDF-B70D-D183-353F-367F94CB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F26E35-011E-1702-503E-19CB9A6B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518" y="1341121"/>
            <a:ext cx="8381908" cy="403352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Postal automation: </a:t>
            </a:r>
            <a:r>
              <a:rPr lang="en-US" dirty="0"/>
              <a:t>Learning-based systems helped automate the recognition of handwritten digits.</a:t>
            </a:r>
          </a:p>
          <a:p>
            <a:r>
              <a:rPr lang="en-US" b="1" dirty="0"/>
              <a:t>Banking: </a:t>
            </a:r>
            <a:r>
              <a:rPr lang="en-US" dirty="0"/>
              <a:t>CNN-based recognition became part of systems used to read bank checks.</a:t>
            </a:r>
          </a:p>
          <a:p>
            <a:r>
              <a:rPr lang="en-US" b="1" dirty="0"/>
              <a:t>Learning features from data: </a:t>
            </a:r>
            <a:r>
              <a:rPr lang="en-US" dirty="0"/>
              <a:t>Neural networks reduced reliance on manually specifying every visual feature.</a:t>
            </a:r>
          </a:p>
          <a:p>
            <a:r>
              <a:rPr lang="en-US" b="1" dirty="0"/>
              <a:t>Integrated processing: </a:t>
            </a:r>
            <a:r>
              <a:rPr lang="en-US" dirty="0"/>
              <a:t>The 1998 work demonstrated the value of training multiple document-processing components toward a shared objective.</a:t>
            </a:r>
          </a:p>
          <a:p>
            <a:r>
              <a:rPr lang="en-US" b="1" dirty="0"/>
              <a:t>Influence on computer vision: </a:t>
            </a:r>
            <a:r>
              <a:rPr lang="en-US" dirty="0"/>
              <a:t>CNN became an important foundation for later image-recognition systems.</a:t>
            </a:r>
          </a:p>
          <a:p>
            <a:r>
              <a:rPr lang="en-US" dirty="0"/>
              <a:t>2006 — Deep learning research.</a:t>
            </a:r>
          </a:p>
          <a:p>
            <a:r>
              <a:rPr lang="en-US" dirty="0"/>
              <a:t>2012 — </a:t>
            </a:r>
            <a:r>
              <a:rPr lang="en-US" dirty="0" err="1"/>
              <a:t>AlexNet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24B7C-7256-682A-37AD-E4A8EAB1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221" y="-250155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041738-FE0B-C33F-D460-19E85A9A6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3556" y="-225802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41A54B-84AA-9511-A8E2-2EE5EBA7E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960" y="-238705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322771-FFD9-895A-24DD-2BA508255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5613" y="-227255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1FE893-82A3-2009-B276-4E77D880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0328" y="-137725"/>
            <a:ext cx="559977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F08FCF-EC13-6039-60CC-A99C69A9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441" y="375285"/>
            <a:ext cx="6099859" cy="7321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Impact of the Two Papers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32F02-5E7D-5EE5-1C01-21859063B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334574" y="375285"/>
            <a:ext cx="3669175" cy="5833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B9AE3-23C7-850E-561D-23C717062B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-3388538" y="547000"/>
            <a:ext cx="3093720" cy="56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82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002B-532A-7BAC-BAFF-7172EEC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624439-772E-396F-E368-1BD18DCD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518" y="1341121"/>
            <a:ext cx="8381908" cy="40335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Before: Manual reading, hand-designed rules, templates, and engineered features.</a:t>
            </a:r>
          </a:p>
          <a:p>
            <a:r>
              <a:rPr lang="en-US" dirty="0"/>
              <a:t>1989: Neural networks demonstrated learning-based recognition of real handwritten ZIP-code digits.</a:t>
            </a:r>
          </a:p>
          <a:p>
            <a:r>
              <a:rPr lang="en-US" dirty="0"/>
              <a:t>Between 1989 and 1998: CNN architectures developed and researchers worked toward more integrated document-processing systems.</a:t>
            </a:r>
          </a:p>
          <a:p>
            <a:r>
              <a:rPr lang="en-US" dirty="0"/>
              <a:t>1998: LeNet-5 and Graph Transformer Networks illustrated the potential of learned visual features and globally trained document systems.</a:t>
            </a:r>
          </a:p>
          <a:p>
            <a:r>
              <a:rPr lang="en-US" dirty="0"/>
              <a:t>Afterward: Continued advances in data, computing, and deep learning expanded neural networks.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D2BFBA-B6BC-1370-191E-03C05366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441" y="375285"/>
            <a:ext cx="6099859" cy="7321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Conclusion</a:t>
            </a:r>
            <a:r>
              <a:rPr lang="en-US" sz="3200" b="1" dirty="0"/>
              <a:t>: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03508-76CE-CC8E-29C6-6B8AA860C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-3220454" y="375285"/>
            <a:ext cx="3669175" cy="5833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7C1DF-F1D1-A433-D681-7A3A389CD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448721" y="375285"/>
            <a:ext cx="3093720" cy="5661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2C2C0-5312-9BCF-470E-EE785F99D8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9121" y1="47559" x2="44189" y2="38721"/>
                        <a14:foregroundMark x1="44189" y1="38721" x2="44043" y2="21289"/>
                        <a14:foregroundMark x1="44043" y1="21289" x2="56445" y2="26025"/>
                        <a14:foregroundMark x1="56445" y1="26025" x2="52100" y2="37158"/>
                        <a14:foregroundMark x1="52100" y1="37158" x2="44287" y2="30664"/>
                        <a14:foregroundMark x1="44287" y1="30664" x2="45166" y2="19141"/>
                        <a14:foregroundMark x1="45166" y1="19141" x2="46777" y2="16455"/>
                        <a14:foregroundMark x1="70459" y1="18994" x2="71777" y2="26758"/>
                        <a14:foregroundMark x1="71777" y1="26758" x2="73438" y2="24561"/>
                        <a14:foregroundMark x1="28467" y1="23438" x2="27441" y2="21436"/>
                        <a14:foregroundMark x1="32764" y1="20898" x2="27148" y2="26123"/>
                        <a14:foregroundMark x1="27148" y1="26123" x2="31201" y2="20361"/>
                        <a14:foregroundMark x1="31201" y1="20361" x2="29004" y2="20215"/>
                        <a14:foregroundMark x1="43799" y1="68896" x2="40332" y2="78760"/>
                        <a14:foregroundMark x1="40332" y1="78760" x2="47021" y2="71387"/>
                        <a14:foregroundMark x1="47021" y1="71387" x2="41113" y2="70752"/>
                        <a14:foregroundMark x1="52451" y1="78795" x2="52247" y2="79100"/>
                        <a14:foregroundMark x1="55566" y1="74121" x2="52623" y2="78537"/>
                        <a14:foregroundMark x1="53660" y1="81632" x2="57959" y2="84717"/>
                        <a14:foregroundMark x1="57959" y1="84717" x2="56201" y2="73779"/>
                        <a14:foregroundMark x1="48438" y1="36768" x2="52637" y2="26855"/>
                        <a14:foregroundMark x1="52637" y1="26855" x2="48877" y2="35156"/>
                        <a14:foregroundMark x1="48877" y1="35156" x2="44434" y2="32227"/>
                        <a14:foregroundMark x1="53125" y1="78418" x2="56006" y2="82764"/>
                        <a14:foregroundMark x1="46143" y1="11719" x2="50195" y2="11133"/>
                        <a14:foregroundMark x1="50195" y1="11133" x2="53174" y2="11914"/>
                        <a14:backgroundMark x1="52881" y1="82568" x2="52881" y2="81445"/>
                        <a14:backgroundMark x1="53223" y1="81104" x2="53125" y2="82080"/>
                        <a14:backgroundMark x1="52002" y1="81982" x2="53760" y2="81445"/>
                        <a14:backgroundMark x1="55762" y1="84082" x2="48828" y2="80713"/>
                        <a14:backgroundMark x1="48828" y1="80713" x2="56201" y2="85449"/>
                        <a14:backgroundMark x1="50879" y1="79346" x2="54102" y2="81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54" t="6924" r="21631" b="13581"/>
          <a:stretch>
            <a:fillRect/>
          </a:stretch>
        </p:blipFill>
        <p:spPr>
          <a:xfrm>
            <a:off x="2688270" y="6995724"/>
            <a:ext cx="7808199" cy="106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92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C627-4CF6-182C-CF0A-2B08FE8A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5D03F2-0ABB-A0DB-FEF8-4BFE1C46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079" y="384810"/>
            <a:ext cx="8019780" cy="73215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Thank you for listening 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47F17-07DA-4A60-697C-A3785036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-3467959" y="375285"/>
            <a:ext cx="3093720" cy="5661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718006-35EB-3F60-9A02-1BC468FA5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121" y1="47559" x2="44189" y2="38721"/>
                        <a14:foregroundMark x1="44189" y1="38721" x2="44043" y2="21289"/>
                        <a14:foregroundMark x1="44043" y1="21289" x2="56445" y2="26025"/>
                        <a14:foregroundMark x1="56445" y1="26025" x2="52100" y2="37158"/>
                        <a14:foregroundMark x1="52100" y1="37158" x2="44287" y2="30664"/>
                        <a14:foregroundMark x1="44287" y1="30664" x2="45166" y2="19141"/>
                        <a14:foregroundMark x1="45166" y1="19141" x2="46777" y2="16455"/>
                        <a14:foregroundMark x1="70459" y1="18994" x2="71777" y2="26758"/>
                        <a14:foregroundMark x1="71777" y1="26758" x2="73438" y2="24561"/>
                        <a14:foregroundMark x1="28467" y1="23438" x2="27441" y2="21436"/>
                        <a14:foregroundMark x1="32764" y1="20898" x2="27148" y2="26123"/>
                        <a14:foregroundMark x1="27148" y1="26123" x2="31201" y2="20361"/>
                        <a14:foregroundMark x1="31201" y1="20361" x2="29004" y2="20215"/>
                        <a14:foregroundMark x1="43799" y1="68896" x2="40332" y2="78760"/>
                        <a14:foregroundMark x1="40332" y1="78760" x2="47021" y2="71387"/>
                        <a14:foregroundMark x1="47021" y1="71387" x2="41113" y2="70752"/>
                        <a14:foregroundMark x1="52451" y1="78795" x2="52247" y2="79100"/>
                        <a14:foregroundMark x1="55566" y1="74121" x2="52623" y2="78537"/>
                        <a14:foregroundMark x1="53660" y1="81632" x2="57959" y2="84717"/>
                        <a14:foregroundMark x1="57959" y1="84717" x2="56201" y2="73779"/>
                        <a14:foregroundMark x1="48438" y1="36768" x2="52637" y2="26855"/>
                        <a14:foregroundMark x1="52637" y1="26855" x2="48877" y2="35156"/>
                        <a14:foregroundMark x1="48877" y1="35156" x2="44434" y2="32227"/>
                        <a14:foregroundMark x1="53125" y1="78418" x2="56006" y2="82764"/>
                        <a14:foregroundMark x1="46143" y1="11719" x2="50195" y2="11133"/>
                        <a14:foregroundMark x1="50195" y1="11133" x2="53174" y2="11914"/>
                        <a14:backgroundMark x1="52881" y1="82568" x2="52881" y2="81445"/>
                        <a14:backgroundMark x1="53223" y1="81104" x2="53125" y2="82080"/>
                        <a14:backgroundMark x1="52002" y1="81982" x2="53760" y2="81445"/>
                        <a14:backgroundMark x1="55762" y1="84082" x2="48828" y2="80713"/>
                        <a14:backgroundMark x1="48828" y1="80713" x2="56201" y2="85449"/>
                        <a14:backgroundMark x1="50879" y1="79346" x2="54102" y2="81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54" t="6924" r="21631" b="13581"/>
          <a:stretch>
            <a:fillRect/>
          </a:stretch>
        </p:blipFill>
        <p:spPr>
          <a:xfrm>
            <a:off x="2662869" y="750887"/>
            <a:ext cx="7808199" cy="106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7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609</Words>
  <Application>Microsoft Office PowerPoint</Application>
  <PresentationFormat>Widescreen</PresentationFormat>
  <Paragraphs>58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Space Grotesk</vt:lpstr>
      <vt:lpstr>Office Theme</vt:lpstr>
      <vt:lpstr>The Evolution of Handwritten Digit Recognition </vt:lpstr>
      <vt:lpstr>Why Was Handwriting Difficult for Computers?</vt:lpstr>
      <vt:lpstr>What Were the Old Solutions?</vt:lpstr>
      <vt:lpstr>PowerPoint Presentation</vt:lpstr>
      <vt:lpstr>Historical Background</vt:lpstr>
      <vt:lpstr>Historical Background</vt:lpstr>
      <vt:lpstr>Historical Background</vt:lpstr>
      <vt:lpstr>1969 — Perceptrons (book / archive search):</vt:lpstr>
      <vt:lpstr>What Happened Between 1989 and 1998?</vt:lpstr>
      <vt:lpstr>Gradient-Based Learning Applied to Document Recognition(1998)</vt:lpstr>
      <vt:lpstr>Impact of the Two Papers</vt:lpstr>
      <vt:lpstr>Conclusion:</vt:lpstr>
      <vt:lpstr>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deer man</dc:creator>
  <cp:lastModifiedBy>deer man</cp:lastModifiedBy>
  <cp:revision>1</cp:revision>
  <dcterms:created xsi:type="dcterms:W3CDTF">2026-10-09T15:36:30Z</dcterms:created>
  <dcterms:modified xsi:type="dcterms:W3CDTF">2026-10-09T19:41:52Z</dcterms:modified>
</cp:coreProperties>
</file>